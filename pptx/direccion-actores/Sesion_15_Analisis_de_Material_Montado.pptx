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UNIDAD 4: EL LABORATORIO DE DIRECCIÓN Y ENSAYO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15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Material Montado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Visionado con color grading y sonido. Cómo la postproducción modifica la percepción de la actuación.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4A13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9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unidad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operativas de dirección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D0C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directo con actores del cortometraje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Visionado con color grading y sonido. Cómo la postproducción modifica la percepción de la actuación.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LA PANTALLA COMO JUEZ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fue el laboratorio; ahora la pantalla verifica si la verdad escénica se sostuvo.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set de rodaje como espacio de experimentación guiado. Ensamblaje y evaluación final.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técnicas aprendidas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del material grabado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Ritmo y coherencia en pantalla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verdad escénica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Referentes y bibliografía de la unidad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Francisco Perales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Brando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 verdad actoral ya capturada en pantalla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653028"/>
            <a:ext cx="512064" cy="512064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6530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342900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 del curso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77647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Stanislavski – Chejov – Weston – Mamet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407822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integrador de todo el semestre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DIRECCIÓN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operativas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Visionado analítico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evaluar el desempeño actoral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sobre las decisiones de dirección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del proyecto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Material Montado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CON ACTORES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Material Montado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Visionado con color grading y sonido. Cómo la postproducción modifica la percepción de la actuación.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Visionar el corte editado, ya con color y sonido incorporados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contra el rushe original de la misma toma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qué elementos de postproducción refuerzan o debilitan la verdad actoral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las decisiones de dirección que se validan o se cuestionan con el resultado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notas para la reflexión escrita final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OBSERVAR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Criterios de organicidad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distingue entre un problema de actuación y un problema de postproducción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documentada escena por escena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5F2F1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la reflexión escrita y el análisis final que se presentan en la sesión de cierre del semestre.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y Taller de Realización Argumental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0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 de la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4A1327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0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en video del ejercicio + notas de bitácora. Insumo directo para el entregable de la Unidad 4: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 del cortometraje + Reflexión teórica del proceso + Cortometraje finalizado + Documentación + Festival confirmado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 Final Integrada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E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01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momento de hoy el impulso fue real y en qué momento fue actuado? ¿Cómo se notó la diferencia en pantalla?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5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1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 ESCÉNICA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Dejar de lado el actuar,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pasar al ser / hacer.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 de 16  ·  Análisis de Material Montado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ACTORES  ·  PROFE MIRANDA  ·  SESIÓN 15  ·  ANÁLISIS DE MATERIAL MONTADO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