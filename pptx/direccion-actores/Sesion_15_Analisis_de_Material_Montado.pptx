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4: EL LABORATORIO DE DIRECCIÓN Y ENSAYO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Material Montado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Visionado con color grading y sonido. Cómo la postproducción modifica la percepción de la actuación.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Visionado con color grading y sonido. Cómo la postproducción modifica la percepción de la actuación.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4 · LA PANTALLA COMO JUEZ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set fue el laboratorio; ahora la pantalla verifica si la verdad escénica se sostuvo.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set de rodaje como espacio de experimentación guiado. Ensamblaje y evaluación final.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técnicas aprendidas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del material grabado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Ritmo y coherencia en pantalla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verdad escénica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Francisco Perales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Brando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verdad actoral ya capturada en pantalla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Bibliografía del curso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Stanislavski – Chejov – Weston – Mamet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integrador de todo el semestre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Visionado analítico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evaluar el desempeño actoral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sobre las decisiones de dirección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del proyecto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Material Montado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Material Montado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Visionado con color grading y sonido. Cómo la postproducción modifica la percepción de la actuación.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Visionar el corte editado, ya con color y sonido incorporados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el rushe original de la misma toma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qué elementos de postproducción refuerzan o debilitan la verdad actoral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las decisiones de dirección que se validan o se cuestionan con el resultado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Redactar notas para la reflexión escrita final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distingue entre un problema de actuación y un problema de postproducción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documentada escena por escena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la reflexión escrita y el análisis final que se presentan en la sesión de cierre del semestre.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4: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del cortometraje + Reflexión teórica del proceso + Cortometraje finalizado + Documentación + Festival confirmado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Final Integrada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 de 16  ·  Análisis de Material Montado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15  ·  ANÁLISIS DE MATERIAL MONTADO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2026-08-11T11:37:04Z</dcterms:created>
  <dcterms:modified xsi:type="dcterms:W3CDTF">2026-08-11T11:37:04Z</dcterms:modified>
</cp:coreProperties>
</file>