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2: ARQUITECTURA DE LA PUESTA EN ESCENA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de Mirada y Subtexto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donde lo no dicho genera significado. Silencios cargados de intención.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donde lo no dicho genera significado. Silencios cargados de intención.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GEOMETRÍA DEL SENTIDO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es lenguaje narrativo, no decoración: cada posición y movimiento comunica.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como lenguaje narrativo y espacio de libertad para el actor. Geometría del sentido.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espacial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dramático sin artificio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del sentido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mirada y silencios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escena para cámara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Eisenstein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sentido del cine / La forma del cine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geometría del sentido en el encuadre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Judith Weston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accionables para dirigir sin indicar emociones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casting orientado a coherencia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dirección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y movimiento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para actores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de Mirada y Subtexto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de Mirada y Subtexto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donde lo no dicho genera significado. Silencios cargados de intención.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una escena con diálogo mínimo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subtexto: qué se quiere y no se dice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solo con mirada y silencio, sin las líneas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Reincorporar el texto sin perder la carga del silencio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y comparar ambas versiones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silencio comunica un contenido específico y nombrable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mirada dirige la atención del espectador sin indicación explícita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de subtexto es la base del análisis de texto de la Unidad 3 (lectura orgánica, S10).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ensayos de puesta en escena + Protocolo de casting + Elenco confirmado + Notas de dirección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Escena para Cámara — el encuadre sirve a la verdad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de 16  ·  Dirección de Mirada y Subtexto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08  ·  DIRECCIÓN DE MIRADA Y SUBTEXTO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