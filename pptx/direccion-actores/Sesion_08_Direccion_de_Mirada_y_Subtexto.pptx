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UNIDAD 2: ARQUITECTURA DE LA PUESTA EN ESCENA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SESIÓN 08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Dirección de Mirada y Subtexto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Ensayos donde lo no dicho genera significado. Silencios cargados de intención.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4A13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90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08  ·  DIRECCIÓN DE MIRADA Y SUBTEXTO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unidad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operativas de dirección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directo con actores del cortometraje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08  ·  DIRECCIÓN DE MIRADA Y SUBTEXTO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Ensayos donde lo no dicho genera significado. Silencios cargados de intención.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2 · GEOMETRÍA DEL SENTIDO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puesta en escena es lenguaje narrativo, no decoración: cada posición y movimiento comunica.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08  ·  DIRECCIÓN DE MIRADA Y SUBTEXTO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 de la unidad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puesta en escena como lenguaje narrativo y espacio de libertad para el actor. Geometría del sentido.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21284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espacial en el cine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344728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dramático sin artificio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7548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754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87552" y="468172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geometría del sentido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228600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221284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mirada y silencios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17920" y="352044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56832" y="344728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Puesta en escena para cámara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08  ·  DIRECCIÓN DE MIRADA Y SUBTEXTO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Referentes y bibliografía de la unidad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Sergei Eisenstein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sentido del cine / La forma del cine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y geometría del sentido en el encuadre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5302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6530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00200" y="342900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Judith Weston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77647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Directing actors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407822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accionables para dirigir sin indicar emociones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08  ·  DIRECCIÓN DE MIRADA Y SUBTEXTO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DE DIRECCIÓN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Herramientas operativas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de casting orientado a coherencia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de dirección accionables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planos y movimiento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Vocabulario claro para actores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08  ·  DIRECCIÓN DE MIRADA Y SUBTEXTO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Dirección de Mirada y Subtexto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CON ACTORES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08  ·  DIRECCIÓN DE MIRADA Y SUBTEXTO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Dirección de Mirada y Subtexto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Ensayos donde lo no dicho genera significado. Silencios cargados de intención.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Tomar una escena con diálogo mínimo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el subtexto: qué se quiere y no se dice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Ensayar solo con mirada y silencio, sin las líneas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Reincorporar el texto sin perder la carga del silencio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Grabar y comparar ambas versiones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08  ·  DIRECCIÓN DE MIRADA Y SUBTEXTO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OBSERVAR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Criterios de organicidad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silencio comunica un contenido específico y nombrable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mirada dirige la atención del espectador sin indicación explícita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08  ·  DIRECCIÓN DE MIRADA Y SUBTEXTO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manejo de subtexto es la base del análisis de texto de la Unidad 3 (lectura orgánica, S10).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y Taller de Realización Argumental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08  ·  DIRECCIÓN DE MIRADA Y SUBTEXTO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Entregable de la sesión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4A1327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en video del ejercicio + notas de bitácora. Insumo directo para el entregable de la Unidad 2: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de ensayos de puesta en escena + Protocolo de casting + Elenco confirmado + Notas de dirección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08  ·  DIRECCIÓN DE MIRADA Y SUBTEXTO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Puesta en Escena para Cámara — el encuadre sirve a la verdad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qué momento de hoy el impulso fue real y en qué momento fue actuado? ¿Cómo se notó la diferencia en pantalla?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08  ·  DIRECCIÓN DE MIRADA Y SUBTEXTO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 ESCÉNICA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Dejar de lado el actuar,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pasar al ser / hacer.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de 16  ·  Dirección de Mirada y Subtexto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08  ·  DIRECCIÓN DE MIRADA Y SUBTEXTO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2026-08-11T11:37:04Z</dcterms:created>
  <dcterms:modified xsi:type="dcterms:W3CDTF">2026-08-11T11:37:04Z</dcterms:modified>
</cp:coreProperties>
</file>