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2: ARQUITECTURA DE LA PUESTA EN ESCENA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09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Puesta en Escena para Cámara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composición visual con libertad actoral. Adaptación del espacio real al cuadro cinematográfico.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 de composición visual con libertad actoral. Adaptación del espacio real al cuadro cinematográfico.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GEOMETRÍA DEL SENTIDO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es lenguaje narrativo, no decoración: cada posición y movimiento comunica.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como lenguaje narrativo y espacio de libertad para el actor. Geometría del sentido.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espacial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dramático sin artificio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geometría del sentido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mirada y silencios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escena para cámara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Sergei Eisenstein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sentido del cine / La forma del cine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y geometría del sentido en el encuadre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Judith Weston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Directing actors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accionables para dirigir sin indicar emociones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 casting orientado a coherencia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de dirección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planos y movimiento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para actores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Puesta en Escena para Cámara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Puesta en Escena para Cámara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composición visual con libertad actoral. Adaptación del espacio real al cuadro cinematográfico.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Ensayar la escena sin cámara para fijar la verdad de la acción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la cámara y observar qué se pierde o se gana con el encuadre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la posición de cámara al actor, como primera opción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si es indispensable, ajustar mínimamente al actor, preservando el impulso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la toma final y verificar que el cuadro sirve a la verdad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actor no “actúa para la cámara”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encuadre revela una verdad ya construida, no la reemplaza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la Unidad 2. El protocolo de casting y el elenco quedan confirmados para el análisis de texto y los ensayos de la Unidad 3.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ensayos de puesta en escena + Protocolo de casting + Elenco confirmado + Notas de dirección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 de Unidad 2 → Unidad 3: Análisis del Texto desde la Verdad Dramática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de 16  ·  Puesta en Escena para Cámara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09  ·  PUESTA EN ESCENA PARA CÁMARA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