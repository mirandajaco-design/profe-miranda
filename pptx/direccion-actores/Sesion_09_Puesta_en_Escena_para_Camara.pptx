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UNIDAD 2: ARQUITECTURA DE LA PUESTA EN ESCENA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09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Puesta en Escena para Cámara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composición visual con libertad actoral. Adaptación del espacio real al cuadro cinematográfico.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4A1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9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09  ·  PUESTA EN ESCENA PARA CÁMARA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unidad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operativas de dirección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directo con actores del cortometraje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09  ·  PUESTA EN ESCENA PARA CÁMARA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de composición visual con libertad actoral. Adaptación del espacio real al cuadro cinematográfico.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GEOMETRÍA DEL SENTIDO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puesta en escena es lenguaje narrativo, no decoración: cada posición y movimiento comunica.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09  ·  PUESTA EN ESCENA PARA CÁMARA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la unidad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puesta en escena como lenguaje narrativo y espacio de libertad para el actor. Geometría del sentido.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espacial en el cine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34472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dramático sin artificio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54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7552" y="468172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geometría del sentido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mirada y silencios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352044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56832" y="34472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escena para cámara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09  ·  PUESTA EN ESCENA PARA CÁMARA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Referentes y bibliografía de la 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Sergei Eisenstein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sentido del cine / La forma del cine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y geometría del sentido en el encuadre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5302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3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Judith Weston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Directing actors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accionables para dirigir sin indicar emociones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09  ·  PUESTA EN ESCENA PARA CÁMARA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DIRECCIÓN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operativas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 casting orientado a coherencia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dirección accionables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planos y movimiento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claro para actores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09  ·  PUESTA EN ESCENA PARA CÁMARA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Puesta en Escena para Cámara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CON ACTORES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09  ·  PUESTA EN ESCENA PARA CÁMARA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Puesta en Escena para Cámara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composición visual con libertad actoral. Adaptación del espacio real al cuadro cinematográfico.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Ensayar la escena sin cámara para fijar la verdad de la acción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la cámara y observar qué se pierde o se gana con el encuadre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la posición de cámara al actor, como primera opción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es indispensable, ajustar mínimamente al actor, preservando el impulso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Grabar la toma final y verificar que el cuadro sirve a la verdad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09  ·  PUESTA EN ESCENA PARA CÁMARA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OBSERVAR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organicidad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actor no “actúa para la cámara”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encuadre revela una verdad ya construida, no la reemplaza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09  ·  PUESTA EN ESCENA PARA CÁMARA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la Unidad 2. El protocolo de casting y el elenco quedan confirmados para el análisis de texto y los ensayos de la Unidad 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y Taller de Realización Argumental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09  ·  PUESTA EN ESCENA PARA CÁMARA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 de la 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4A1327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ensayos de puesta en escena + Protocolo de casting + Elenco confirmado + Notas de dirección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09  ·  PUESTA EN ESCENA PARA CÁMARA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 Unidad 2 → Unidad 3: Análisis del Texto desde la Verdad Dramática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momento de hoy el impulso fue real y en qué momento fue actuado? ¿Cómo se notó la diferencia en pantalla?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09  ·  PUESTA EN ESCENA PARA CÁMARA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 ESCÉNICA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Dejar de lado el actuar,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pasar al ser / hacer.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de 16  ·  Puesta en Escena para Cámara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09  ·  PUESTA EN ESCENA PARA CÁMARA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2026-08-11T11:37:04Z</dcterms:created>
  <dcterms:modified xsi:type="dcterms:W3CDTF">2026-08-11T11:37:04Z</dcterms:modified>
</cp:coreProperties>
</file>