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3: ANÁLISIS DEL TEXTO DESDE LA VERDAD DRAMÁTICA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13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Rodaje: Dirección In-Situ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SET CON REALIZACIÓN — 7 DÍAS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en set. Ajustes de puesta en escena y desempeño. Vocabulario accionable. Garantizar veracidad.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90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en el set de rodaje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 de actores en set. Ajustes de puesta en escena y desempeño. Vocabulario accionable. Garantizar veracidad.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CONFLICTO REAL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desglosa para encontrar el conflicto real, no para explicarlo intelectualmente.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Desglosar el texto para encontrar el conflicto real y motivaciones coherentes.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orgánica de textos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 real vs. convención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54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468172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acción y verbos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 de transformación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de ajuste in-situ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David Mamet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Verdadero y falso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Herejía y sentido común frente a la sobreintelectualización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 Strasberg (R.H. Hethmon)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Actor's Studio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mesa e intenciones reales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mesa activo (evitar sobreintelectualización)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dar notas accionables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claro del director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rápidos en rodaje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SET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Rodaje: Dirección In-Situ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DÍAS · DIRECCIÓN EN SET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distribuida a lo largo de los 7 días de rodaje, no en un bloque único de 3 horas.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SET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Rodaje: Dirección In-Situ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en set. Ajustes de puesta en escena y desempeño. Vocabulario accionable. Garantizar veracidad.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rápido de la escena del día con el actor, antes de marcar cámara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 en el set real, ajustando al espacio disponible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accionable entre tomas: un verbo, no un discurso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veracidad en el monitor entre tomas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in-situ de puesta en escena si el bloqueo original no sirve a la verdad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de una frase, no discursos largos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verificada en cada toma antes de avanzar a la siguiente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constante con la dirección de Realización Argumental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director de Actores está en set los 7 días de rodaje junto al equipo de Realización Argumental. Cierra la Unidad 3.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texto + Desglose de verbos + Video de ensayos + Notas de dirección en set + Dailies comentados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 de Unidad 3 → Unidad 4: El Laboratorio de Dirección y Ensayo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de 16  ·  Rodaje: Dirección In-Situ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13  ·  RODAJE: DIRECCIÓN IN-SITU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