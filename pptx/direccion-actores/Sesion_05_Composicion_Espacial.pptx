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2: ARQUITECTURA DE LA PUESTA EN ESCENA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Composición Espacial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en ubicación real. Exploración de movimiento sin bloqueo fijo. Búsqueda de organicidad.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Actores en ubicación real. Exploración de movimiento sin bloqueo fijo. Búsqueda de organicidad.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GEOMETRÍA DEL SENTIDO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es lenguaje narrativo, no decoración: cada posición y movimiento comunica.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como lenguaje narrativo y espacio de libertad para el actor. Geometría del sentido.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espacial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dramático sin artificio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del sentido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mirada y silencios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escena para cámara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Sergei Eisenstein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sentido del cine / La forma del cine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y geometría del sentido en el encuadre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Judith Weston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Directing actors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accionables para dirigir sin indicar emociones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casting orientado a coherencia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dirección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planos y movimiento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para actores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Composición Espacial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Composición Espacial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en ubicación real. Exploración de movimiento sin bloqueo fijo. Búsqueda de organicidad.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la escena a la ubicación real del cortometraje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que el actor recorra el espacio libremente, una primera vez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Observar los puntos naturales de detención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composición A PARTIR de esos puntos, no al revés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y comparar con un bloqueo impuesto de referencia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composición nace del movimiento real, no lo condiciona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espacio se siente habitado, no decorado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sesión de preproducción coordinada con Realización Argumental: la ubicación es la misma del cortometraje conjunto.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2: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ensayos de puesta en escena + Protocolo de casting + Elenco confirmado + Notas de dirección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Bloqueo Dramático — el movimiento emerge del objetivo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de 16  ·  Composición Espacial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05  ·  COMPOSICIÓN ESPACIAL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2026-08-11T11:37:03Z</dcterms:created>
  <dcterms:modified xsi:type="dcterms:W3CDTF">2026-08-11T11:37:03Z</dcterms:modified>
</cp:coreProperties>
</file>