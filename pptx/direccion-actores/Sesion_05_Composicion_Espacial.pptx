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2: ARQUITECTURA DE LA PUESTA EN ESCENA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05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Espacial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en ubicación real. Exploración de movimiento sin bloqueo fijo. Búsqueda de organicidad.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Actores en ubicación real. Exploración de movimiento sin bloqueo fijo. Búsqueda de organicidad.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GEOMETRÍA DEL SENTIDO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es lenguaje narrativo, no decoración: cada posición y movimiento comunica.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puesta en escena como lenguaje narrativo y espacio de libertad para el actor. Geometría del sentido.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espacial en el cine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dramático sin artificio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754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46817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geometría del sentido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221284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mirada y silencios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17920" y="352044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56832" y="344728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escena para cámara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Sergei Eisenstein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sentido del cine / La forma del cine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y geometría del sentido en el encuadre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Judith Weston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Directing actors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accionables para dirigir sin indicar emociones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casting orientado a coherencia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dirección accionables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planos y movimiento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 claro para actores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Espacial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Composición Espacial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 en ubicación real. Exploración de movimiento sin bloqueo fijo. Búsqueda de organicidad.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la escena a la ubicación real del cortometraje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el actor recorra el espacio libremente, una primera vez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los puntos naturales de detención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composición A PARTIR de esos puntos, no al revés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Grabar y comparar con un bloqueo impuesto de referencia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composición nace del movimiento real, no lo condiciona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espacio se siente habitado, no decorado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sesión de preproducción coordinada con Realización Argumental: la ubicación es la misma del cortometraje conjunto.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2: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 ensayos de puesta en escena + Protocolo de casting + Elenco confirmado + Notas de dirección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Dramático — el movimiento emerge del objetivo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de 16  ·  Composición Espacial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05  ·  COMPOSICIÓN ESPACIAL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