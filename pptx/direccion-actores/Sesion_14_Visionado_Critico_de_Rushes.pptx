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4: EL LABORATORIO DE DIRECCIÓN Y ENSAYO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Visionado Crítico de Rushes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desempeño actoral en contexto visual. Identificación de los mejores momentos. Evaluación de coherencia.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del desempeño actoral en contexto visual. Identificación de los mejores momentos. Evaluación de coherencia.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LA PANTALLA COMO JUEZ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fue el laboratorio; ahora la pantalla verifica si la verdad escénica se sostuvo.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de rodaje como espacio de experimentación guiado. Ensamblaje y evaluación final.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técnicas aprendidas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del material grabado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y coherencia en pantalla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verdad escénica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Francisco Perales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Brando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verdad actoral ya capturada en pantalla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del curso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Stanislavski – Chejov – Weston – Mamet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integrador de todo el semestre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Visionado analítico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evaluar el desempeño actoral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sobre las decisiones de dirección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del proyecto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Visionado Crítico de Rushes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Visionado Crítico de Rushes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desempeño actoral en contexto visual. Identificación de los mejores momentos. Evaluación de coherencia.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 el material bruto (rushes) por escena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Marcar, toma por toma, el instante de mayor verdad orgánica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tomas distintas de la misma escena entre sí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coherencia del personaje a través de las tomas seleccionadas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la preselección para el montador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 selección es la verdad, no el lucimiento actoral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entre tomas de escenas distintas del mismo personaje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visionado conjunto tras el rodaje: insumo directo para el montaje que se revisa en la sesión siguiente.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4: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del cortometraje + Reflexión teórica del proceso + Cortometraje finalizado + Documentación + Festival confirmado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Material Montado — con color y sonido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de 16  ·  Visionado Crítico de Rushes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14  ·  VISIONADO CRÍTICO DE RUSHES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2026-08-11T11:37:04Z</dcterms:created>
  <dcterms:modified xsi:type="dcterms:W3CDTF">2026-08-11T11:37:04Z</dcterms:modified>
</cp:coreProperties>
</file>