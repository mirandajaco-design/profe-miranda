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UNIDAD 4: EL LABORATORIO DE DIRECCIÓN Y ENSAYO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· PROFE MIRANDA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89B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16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Presentación Final Integrada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4160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4160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FINAL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pública del cortometraje (director + director de actores). Reflexión escrita. Análisis de la verdad alcanzada.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4A13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900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16  ·  PRESENTACIÓN FINAL INTEGRADA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unidad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operativas de dirección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0C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pública del cortometraje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16  ·  PRESENTACIÓN FINAL INTEGRADA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Presentación pública del cortometraje (director + director de actores). Reflexión escrita. Análisis de la verdad alcanzada.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4 · LA PANTALLA COMO JUEZ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set fue el laboratorio; ahora la pantalla verifica si la verdad escénica se sostuvo.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16  ·  PRESENTACIÓN FINAL INTEGRADA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 de la unidad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set de rodaje como espacio de experimentación guiado. Ensamblaje y evaluación final.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 técnicas aprendidas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crítico del material grabado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Ritmo y coherencia en pantalla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17920" y="413766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5683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la verdad escénica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16  ·  PRESENTACIÓN FINAL INTEGRADA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Referentes y bibliografía de la unidad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Francisco Perales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Brando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la verdad actoral ya capturada en pantalla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53028"/>
            <a:ext cx="512064" cy="512064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6530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Bibliografía del curso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 Stanislavski – Chejov – Weston – Mamet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407822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integrador de todo el semestre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16  ·  PRESENTACIÓN FINAL INTEGRADA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DIRECCIÓN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Herramientas operativas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Visionado analítico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evaluar el desempeño actoral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Reflexión sobre las decisiones de dirección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17920" y="3954780"/>
            <a:ext cx="292608" cy="292608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final del proyecto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16  ·  PRESENTACIÓN FINAL INTEGRADA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E8C9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Presentación Final Integrada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CON ACTORES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16  ·  PRESENTACIÓN FINAL INTEGRADA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Presentación Final Integrada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pública del cortometraje (director + director de actores). Reflexión escrita. Análisis de la verdad alcanzada.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pública del cortometraje terminado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conjunto: director de Realización Argumental + director de Actores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de la reflexión escrita sobre el proceso de dirección de actores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final: ¿se alcanzó la verdad escénica planteada al inicio del semestre?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 del festival al que se enviará el cortometraje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16  ·  PRESENTACIÓN FINAL INTEGRADA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OBSERVAR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Criterios de organicidad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Reflexión escrita entregada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Festival confirmado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Portafolio completo de evidencias del semestre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16  ·  PRESENTACIÓN FINAL INTEGRADA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5F2F1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integral del semestre: Verdad Escénica → Puesta en Escena → Análisis de Texto → Laboratorio Final, todo en el mismo cortometraje.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y Taller de Realización Argumental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16  ·  PRESENTACIÓN FINAL INTEGRADA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0C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Entregable de la unidad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4A1327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C89B3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0C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crítico del cortometraje + Reflexión teórica del proceso + Cortometraje finalizado + Documentación + Festival confirmado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16  ·  PRESENTACIÓN FINAL INTEGRADA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 del semestre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1B1E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201A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momento de hoy el impulso fue real y en qué momento fue actuado? ¿Cómo se notó la diferencia en pantalla?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16  ·  PRESENTACIÓN FINAL INTEGRADA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5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01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89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VERDAD ESCÉNICA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Dejar de lado el actuar,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pasar al ser / hacer.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16 de 16  ·  Presentación Final Integrada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ACTORES  ·  PROFE MIRANDA  ·  SESIÓN 16  ·  PRESENTACIÓN FINAL INTEGRADA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8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2026-08-11T23:31:47Z</dcterms:created>
  <dcterms:modified xsi:type="dcterms:W3CDTF">2026-08-11T23:31:47Z</dcterms:modified>
</cp:coreProperties>
</file>