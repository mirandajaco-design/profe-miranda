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4: EL LABORATORIO DE DIRECCIÓN Y ENSAYO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Final Integrada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 (director + director de actores). Reflexión escrita. Análisis de la verdad alcanzada.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pública del cortometraje (director + director de actores). Reflexión escrita. Análisis de la verdad alcanzada.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LA PANTALLA COMO JUEZ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fue el laboratorio; ahora la pantalla verifica si la verdad escénica se sostuvo.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de rodaje como espacio de experimentación guiado. Ensamblaje y evaluación final.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técnicas aprendidas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material grabado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y coherencia en pantalla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escénica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Perales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Brando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actoral ya capturada en pantalla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del curso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Stanislavski – Chejov – Weston – Mamet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integrador de todo el semestre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 analítico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evaluar el desempeño actoral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sobre las decisiones de dirección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Final Integrada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Final Integrada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 (director + director de actores). Reflexión escrita. Análisis de la verdad alcanzada.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 terminado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conjunto: director de Realización Argumental + director de Actores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la reflexión escrita sobre el proceso de dirección de actores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final: ¿se alcanzó la verdad escénica planteada al inicio del semestre?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del festival al que se enviará el cortometraje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escrita entregada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confirmado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completo de evidencias del semestre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integral del semestre: Verdad Escénica → Puesta en Escena → Análisis de Texto → Laboratorio Final, todo en el mismo cortometraje.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cortometraje + Reflexión teórica del proceso + Cortometraje finalizado + Documentación + Festival confirmado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semestre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de 16  ·  Presentación Final Integrada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16  ·  PRESENTACIÓN FINAL INTEGRADA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