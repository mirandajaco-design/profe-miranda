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1: VERDAD Y COHERENCIA ESCÉNICA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Coherencia Interna/Externa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integrado: espacios reales, objetos, relaciones. Verificación de verosimilitud en video.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integrado: espacios reales, objetos, relaciones. Verificación de verosimilitud en video.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1 · VERDAD ESCÉNICA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de lado el “actuar” para pasar al “ser/hacer”: la acción real sustituye la emoción fingida.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Dejar de lado el "actuar" para pasar al "ser/hacer". La búsqueda de la veracidad orgánica.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verosimilitud en el cine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“actuar” y “ser/hacer”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como generador de verdad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Referentes cinematográficos de actuación orgánica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Konstantín Stanislavski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del actor sobre sí mismo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orgánica como método, no como don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Michael Chejov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 del actor / 16 lecciones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cuerpo y el impulso como generadores de verdad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511606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1160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00200" y="489204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Uta Hagen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523951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reto para actor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54126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Sustancia real frente a la indicación de actuar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 ejercicios de escucha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física en contextos simples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generar reacción orgánica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 tomas de películas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Coherencia Interna/Externa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Coherencia Interna/Externa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integrado: espacios reales, objetos, relaciones. Verificación de verosimilitud en video.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Ubicar el ejercicio en un espacio real, no en un set neutro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la relación y el objetivo del personaje con ese espacio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objetos con historia y uso real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la escena completa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en pantalla: ¿el cuerpo responde al espacio o lo ignora?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justificado del espacio, no decorativo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interno es coherente con la corporalidad externa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 de “actuación en el vacío”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la Unidad 1 integrando escucha, acción física y espacio real — base directa para la composición espacial de la Unidad 2 (S5).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ejercicios videograbados + Bitácora de observaciones + Análisis de verdad en pantalla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 de Unidad 1 → Unidad 2: Arquitectura de la Puesta en Escena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de 16  ·  Coherencia Interna/Externa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04  ·  COHERENCIA INTERNA/EXTERNA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