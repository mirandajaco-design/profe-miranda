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UNIDAD 1: VERDAD Y COHERENCIA ESCÉNICA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· PROFE MIRANDA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SESIÓN 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Cero Artificio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Grabaciones en plano secuencia donde cualquier sobreactuación obliga a repetir. Búsqueda del impulso orgánico.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4A13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01  ·  CERO ARTIFICIO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unidad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operativas de dirección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directo con actores del cortometraje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01  ·  CERO ARTIFICIO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Grabaciones en plano secuencia donde cualquier sobreactuación obliga a repetir. Búsqueda del impulso orgánico.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1 · VERDAD ESCÉNICA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Dejar de lado el “actuar” para pasar al “ser/hacer”: la acción real sustituye la emoción fingida.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01  ·  CERO ARTIFICIO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 de la unidad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Dejar de lado el "actuar" para pasar al "ser/hacer". La búsqueda de la veracidad orgánica.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660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verosimilitud en el cine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1376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entre “actuar” y “ser/hacer”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660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5683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cuerpo como generador de verdad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41376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Referentes cinematográficos de actuación orgánica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01  ·  CERO ARTIFICIO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Referentes y bibliografía de la unidad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Konstantín Stanislavski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trabajo del actor sobre sí mismo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verdad orgánica como método, no como don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5302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6530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00200" y="342900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Michael Chejov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77647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camino del actor / 16 lecciones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407822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cuerpo y el impulso como generadores de verdad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75488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511606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1160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600200" y="489204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Uta Hagen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600200" y="523951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reto para actor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00200" y="554126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Sustancia real frente a la indicación de actuar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01  ·  CERO ARTIFICIO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DE DIRECCIÓN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Herramientas operativas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de ejercicios de escucha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Acción física en contextos simples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generar reacción orgánica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crítico de tomas de películas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01  ·  CERO ARTIFICIO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Cero Artificio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CON ACTORES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01  ·  CERO ARTIFICIO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Cero Artificio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Grabaciones en plano secuencia donde cualquier sobreactuación obliga a repetir. Búsqueda del impulso orgánico.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una situación simple y un objetivo concreto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Grabar en plano secuencia, sin cortes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el primer signo de artificio (gesto forzado, tono impostado)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Repetir desde cero: no se corrige, se relanza el impulso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Repetir hasta lograr una toma sin artificio detectable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01  ·  CERO ARTIFICIO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OBSERVAR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Criterios de organicidad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Respiración natural, sin control aparente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mirada no busca la cámara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82676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826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6576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tiempo de reacción no está ensayado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52628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77240" y="469544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6954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25880" y="452628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Ausencia de “cara de actuación”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39496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556412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55641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25880" y="539496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cuerpo está relajado dentro de la tensión de la escena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01  ·  CERO ARTIFICIO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contacto del semestre con los actores que luego serán evaluados en el Casting Real (S7) para el cortometraje conjunto con Realización Argumental.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y Taller de Realización Argumental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01  ·  CERO ARTIFICIO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Entregable de la sesión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4A1327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en video del ejercicio + notas de bitácora. Insumo directo para el entregable de la Unidad 1: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 de ejercicios videograbados + Bitácora de observaciones + Análisis de verdad en pantalla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01  ·  CERO ARTIFICIO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Escucha y Reacción — duplas director-actor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¿En qué momento de hoy el impulso fue real y en qué momento fue actuado? ¿Cómo se notó la diferencia en pantalla?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01  ·  CERO ARTIFICIO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 ESCÉNICA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Dejar de lado el actuar,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pasar al ser / hacer.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 de 16  ·  Cero Artificio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01  ·  CERO ARTIFICIO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2026-08-11T23:31:47Z</dcterms:created>
  <dcterms:modified xsi:type="dcterms:W3CDTF">2026-08-11T23:31:47Z</dcterms:modified>
</cp:coreProperties>
</file>