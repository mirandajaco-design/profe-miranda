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0C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UNIDAD 1: VERDAD Y COHERENCIA ESCÉNICA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18745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C89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SESIÓN 01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908273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Cero Artificio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4709160"/>
            <a:ext cx="74368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i="1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Grabaciones en plano secuencia donde cualquier sobreactuación obliga a repetir. Búsqueda del impulso orgánico.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894015" y="1005840"/>
            <a:ext cx="4114800" cy="5303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9000" b="1" dirty="0">
                <a:solidFill>
                  <a:srgbClr val="4A13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90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SESIÓN 01  ·  CERO ARTIFICIO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 LA SESIÓN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 — 3 horas presenciales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383280" cy="4114800"/>
          </a:xfrm>
          <a:prstGeom prst="roundRect">
            <a:avLst>
              <a:gd name="adj" fmla="val 2162"/>
            </a:avLst>
          </a:prstGeom>
          <a:solidFill>
            <a:srgbClr val="F5F2F1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03120"/>
            <a:ext cx="640080" cy="640080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68680" y="29718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D0C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 min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868680" y="3611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EXPOSICIÓN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4069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Conceptualización teórica de la unidad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51960" y="1737360"/>
            <a:ext cx="3383280" cy="4114800"/>
          </a:xfrm>
          <a:prstGeom prst="roundRect">
            <a:avLst>
              <a:gd name="adj" fmla="val 2162"/>
            </a:avLst>
          </a:prstGeom>
          <a:solidFill>
            <a:srgbClr val="F5F2F1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2103120"/>
            <a:ext cx="640080" cy="640080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2" name="Text 10"/>
          <p:cNvSpPr/>
          <p:nvPr/>
        </p:nvSpPr>
        <p:spPr>
          <a:xfrm>
            <a:off x="461772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572000" y="29718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D0C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 min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572000" y="3611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0" y="4069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operativas de dirección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955280" y="1737360"/>
            <a:ext cx="3383280" cy="4114800"/>
          </a:xfrm>
          <a:prstGeom prst="roundRect">
            <a:avLst>
              <a:gd name="adj" fmla="val 2162"/>
            </a:avLst>
          </a:prstGeom>
          <a:solidFill>
            <a:srgbClr val="F5F2F1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21040" y="2103120"/>
            <a:ext cx="640080" cy="640080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8" name="Text 16"/>
          <p:cNvSpPr/>
          <p:nvPr/>
        </p:nvSpPr>
        <p:spPr>
          <a:xfrm>
            <a:off x="832104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275320" y="29718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D0C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 min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8275320" y="3611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75320" y="4069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directo con actores del cortometraje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SESIÓN 01  ·  CERO ARTIFICIO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01A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822960"/>
            <a:ext cx="548640" cy="548640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822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911535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Grabaciones en plano secuencia donde cualquier sobreactuación obliga a repetir. Búsqueda del impulso orgánico.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49834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1 · VERDAD ESCÉNICA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539496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Dejar de lado el “actuar” para pasar al “ser/hacer”: la acción real sustituye la emoción fingida.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SESIÓN 01  ·  CERO ARTIFICIO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EXPOSICIÓN TEÓRICA · 45 MIN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Fundamentos de la unidad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Dejar de lado el "actuar" para pasar al "ser/hacer". La búsqueda de la veracidad orgánica.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766060"/>
            <a:ext cx="292608" cy="292608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660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87552" y="269290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verosimilitud en el cine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4137660"/>
            <a:ext cx="292608" cy="292608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41376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87552" y="406450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diferencia entre “actuar” y “ser/hacer”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217920" y="2766060"/>
            <a:ext cx="292608" cy="292608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0" y="27660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56832" y="269290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cuerpo como generador de verdad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217920" y="4137660"/>
            <a:ext cx="292608" cy="292608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0" y="41376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656832" y="406450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Referentes cinematográficos de actuación orgánica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SESIÓN 01  ·  CERO ARTIFICIO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TEÓRICO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Referentes y bibliografía de la unidad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4415" cy="1234440"/>
          </a:xfrm>
          <a:prstGeom prst="roundRect">
            <a:avLst>
              <a:gd name="adj" fmla="val 5926"/>
            </a:avLst>
          </a:prstGeom>
          <a:solidFill>
            <a:srgbClr val="F5F2F1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89988"/>
            <a:ext cx="512064" cy="51206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899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00200" y="1965960"/>
            <a:ext cx="8808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Konstantín Stanislavski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00200" y="2313432"/>
            <a:ext cx="8808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trabajo del actor sobre sí mismo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600200" y="2615184"/>
            <a:ext cx="8808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verdad orgánica como método, no como don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291840"/>
            <a:ext cx="11094415" cy="1234440"/>
          </a:xfrm>
          <a:prstGeom prst="roundRect">
            <a:avLst>
              <a:gd name="adj" fmla="val 5926"/>
            </a:avLst>
          </a:prstGeom>
          <a:solidFill>
            <a:srgbClr val="F5F2F1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68680" y="3653028"/>
            <a:ext cx="512064" cy="51206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6530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600200" y="3429000"/>
            <a:ext cx="8808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Michael Chejov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00200" y="3776472"/>
            <a:ext cx="8808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camino del actor / 16 lecciones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600200" y="4078224"/>
            <a:ext cx="8808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cuerpo y el impulso como generadores de verdad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754880"/>
            <a:ext cx="11094415" cy="1234440"/>
          </a:xfrm>
          <a:prstGeom prst="roundRect">
            <a:avLst>
              <a:gd name="adj" fmla="val 5926"/>
            </a:avLst>
          </a:prstGeom>
          <a:solidFill>
            <a:srgbClr val="F5F2F1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68680" y="5116068"/>
            <a:ext cx="512064" cy="51206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51160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600200" y="4892040"/>
            <a:ext cx="8808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Uta Hagen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600200" y="5239512"/>
            <a:ext cx="8808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reto para actor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600200" y="5541264"/>
            <a:ext cx="8808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Sustancia real frente a la indicación de actuar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SESIÓN 01  ·  CERO ARTIFICIO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 DE DIRECCIÓN · 45 MIN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Herramientas operativas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583180"/>
            <a:ext cx="292608" cy="292608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5831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87552" y="251002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Demostración de ejercicios de escucha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954780"/>
            <a:ext cx="292608" cy="292608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9547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87552" y="388162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Acción física en contextos simples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17920" y="2583180"/>
            <a:ext cx="292608" cy="292608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25831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56832" y="251002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generar reacción orgánica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217920" y="3954780"/>
            <a:ext cx="292608" cy="292608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39547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656832" y="388162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crítico de tomas de películas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SESIÓN 01  ·  CERO ARTIFICIO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3D0C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2560320"/>
            <a:ext cx="1091153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Cero Artificio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640080" y="411480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MIN · TRABAJO DIRECTO CON ACTORES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SESIÓN 01  ·  CERO ARTIFICIO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 · MECÁNICA DEL EJERCICIO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Cero Artificio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Grabaciones en plano secuencia donde cualquier sobreactuación obliga a repetir. Búsqueda del impulso orgánico.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402336" cy="402336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1488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43000" y="212140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una situación simple y un objetivo concreto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402336" cy="402336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9260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43000" y="289864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Grabar en plano secuencia, sin cortes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703320"/>
            <a:ext cx="402336" cy="402336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703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43000" y="367588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Detectar el primer signo de artificio (gesto forzado, tono impostado)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480560"/>
            <a:ext cx="402336" cy="402336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480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43000" y="445312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Repetir desde cero: no se corrige, se relanza el impulso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5257800"/>
            <a:ext cx="402336" cy="402336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52578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43000" y="523036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Repetir hasta lograr una toma sin artificio detectable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SESIÓN 01  ·  CERO ARTIFICIO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OBSERVAR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Criterios de organicidad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89404"/>
            <a:ext cx="347472" cy="3474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894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25880" y="1920240"/>
            <a:ext cx="100885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Respiración natural, sin control aparente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78892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2958084"/>
            <a:ext cx="347472" cy="3474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9580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25880" y="2788920"/>
            <a:ext cx="100885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mirada no busca la cámara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77240" y="3826764"/>
            <a:ext cx="347472" cy="3474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8267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25880" y="3657600"/>
            <a:ext cx="100885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tiempo de reacción no está ensayado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52628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77240" y="4695444"/>
            <a:ext cx="347472" cy="3474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6954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25880" y="4526280"/>
            <a:ext cx="100885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Ausencia de “cara de actuación”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539496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77240" y="5564124"/>
            <a:ext cx="347472" cy="3474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55641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25880" y="5394960"/>
            <a:ext cx="100885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cuerpo está relajado dentro de la tensión de la escena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SESIÓN 01  ·  CERO ARTIFICIO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CONTINUIDAD DEL SEMESTRE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Conexión con el cortometraje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4415" cy="2377440"/>
          </a:xfrm>
          <a:prstGeom prst="roundRect">
            <a:avLst>
              <a:gd name="adj" fmla="val 3077"/>
            </a:avLst>
          </a:prstGeom>
          <a:solidFill>
            <a:srgbClr val="F5F2F1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94560"/>
            <a:ext cx="548640" cy="548640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45920" y="2148840"/>
            <a:ext cx="944849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contacto del semestre con los actores que luego serán evaluados en el Casting Real (S7) para el cortometraje conjunto con Realización Argumental.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5720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y Taller de Realización Argumental trabajan sobre el MISMO cortometraje durante todo el semestre.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SESIÓN 01  ·  CERO ARTIFICIO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3D0C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POR EVIDENCIAS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Entregable de la sesión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4415" cy="3291840"/>
          </a:xfrm>
          <a:prstGeom prst="roundRect">
            <a:avLst>
              <a:gd name="adj" fmla="val 2222"/>
            </a:avLst>
          </a:prstGeom>
          <a:solidFill>
            <a:srgbClr val="4A1327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94560"/>
            <a:ext cx="548640" cy="548640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45920" y="2103120"/>
            <a:ext cx="944849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en video del ejercicio + notas de bitácora. Insumo directo para el entregable de la Unidad 1:</a:t>
            </a:r>
            <a:endParaRPr lang="en-US" sz="16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Carpeta de ejercicios videograbados + Bitácora de observaciones + Análisis de verdad en pantalla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SESIÓN 01  ·  CERO ARTIFICIO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DE SESIÓN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Antes de irnos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4415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57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SESIÓN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0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Escucha y Reacción — duplas director-actor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3566160"/>
            <a:ext cx="11094415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3794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DE REFLEXIÓN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4114800"/>
            <a:ext cx="10362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¿En qué momento de hoy el impulso fue real y en qué momento fue actuado? ¿Cómo se notó la diferencia en pantalla?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SESIÓN 01  ·  CERO ARTIFICIO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01A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VERDAD ESCÉNICA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2834640"/>
            <a:ext cx="1091153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4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Dejar de lado el actuar,</a:t>
            </a:r>
            <a:endParaRPr lang="en-US" sz="3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4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pasar al ser / hacer.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5029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 de 16  ·  Cero Artificio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SESIÓN 01  ·  CERO ARTIFICIO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2026-08-11T11:37:03Z</dcterms:created>
  <dcterms:modified xsi:type="dcterms:W3CDTF">2026-08-11T11:37:03Z</dcterms:modified>
</cp:coreProperties>
</file>