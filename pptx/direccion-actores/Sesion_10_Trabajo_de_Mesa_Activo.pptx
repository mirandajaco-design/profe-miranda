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UNIDAD 3: ANÁLISIS DEL TEXTO DESDE LA VERDAD DRAMÁTICA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de Mesa Activo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 CON ENSAYOS DE REALIZACIÓN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guión del cortometraje. Identificación de intenciones reales. Transición rápida a la acción.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4A1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10  ·  TRABAJO DE MESA ACTIVO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unidad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operativas de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directo con actores del cortometraje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10  ·  TRABAJO DE MESA ACTIVO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del guión del cortometraje. Identificación de intenciones reales. Transición rápida a la acción.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CONFLICTO REAL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se desglosa para encontrar el conflicto real, no para explicarlo intelectualmente.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10  ·  TRABAJO DE MESA ACTIVO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Desglosar el texto para encontrar el conflicto real y motivaciones coherentes.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orgánica de textos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 real vs. convención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468172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acción y verbos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 de transformación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5683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ajuste in-situ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10  ·  TRABAJO DE MESA ACTIVO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y bibliografía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David Mamet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y falso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Herejía y sentido común frente a la sobreintelectualización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 Strasberg (R.H. Hethmon)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del Actor's Studio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mesa e intenciones reales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10  ·  TRABAJO DE MESA ACTIVO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DIRECCIÓN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mesa activo (evitar sobreintelectualización)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dar notas accionables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claro del director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rápidos en rodaje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10  ·  TRABAJO DE MESA ACTIVO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de Mesa Activo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CON ACTORES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10  ·  TRABAJO DE MESA ACTIVO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de Mesa Activo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guión del cortometraje. Identificación de intenciones reales. Transición rápida a la acción.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en mesa del guión completo del cortometraje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Identificar, escena por escena, la intención real de cada personaje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el tiempo de mesa: evitar el sobreanálisis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a pie, probando la intención en el cuerpo apenas se nombra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ajustes para el desglose de la sesión siguiente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10  ·  TRABAJO DE MESA ACTIVO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organicidad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tiempo de mesa no excede lo necesario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intención se prueba físicamente el mismo día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10  ·  TRABAJO DE MESA ACTIVO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sesión de ensayos coordinados con Realización Argumental (S10-11), previa al rodaje conjunto.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y Taller de Realización Argumental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10  ·  TRABAJO DE MESA ACTIVO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4A1327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video del ejercicio + notas de bitácora. Insumo directo para el entregable de la Unidad 3: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texto + Desglose de verbos + Video de ensayos + Notas de dirección en set + Dailies comentados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10  ·  TRABAJO DE MESA ACTIVO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Desglose de Unidades y Verbos — de la idea abstracta al verbo ejecutable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hoy el impulso fue real y en qué momento fue actuado? ¿Cómo se notó la diferencia en pantalla?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10  ·  TRABAJO DE MESA ACTIVO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ESCÉNICA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de lado el actuar,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pasar al ser / hacer.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de 16  ·  Trabajo de Mesa Activo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10  ·  TRABAJO DE MESA ACTIVO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2026-08-11T11:37:04Z</dcterms:created>
  <dcterms:modified xsi:type="dcterms:W3CDTF">2026-08-11T11:37:04Z</dcterms:modified>
</cp:coreProperties>
</file>