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3: ANÁLISIS DEL TEXTO DESDE LA VERDAD DRAMÁTICA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10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de Mesa Activo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COORDINADO CON ENSAYOS DE REALIZACIÓN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guión del cortometraje. Identificación de intenciones reales. Transición rápida a la acción.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 del guión del cortometraje. Identificación de intenciones reales. Transición rápida a la acción.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CONFLICTO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desglosa para encontrar el conflicto real, no para explicarlo intelectualmente.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Desglosar el texto para encontrar el conflicto real y motivaciones coherentes.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orgánica de textos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real vs. convención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acción y verbos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 de transformación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ajuste in-situ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David Mamet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Verdadero y falso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Herejía y sentido común frente a la sobreintelectualización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 Strasberg (R.H. Hethmon)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Actor's Studio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e intenciones reales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activo (evitar sobreintelectualización)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dar notas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del director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rápidos en rodaje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de Mesa Activo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de Mesa Activo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guión del cortometraje. Identificación de intenciones reales. Transición rápida a la acción.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en mesa del guión completo del cortometraje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Identificar, escena por escena, la intención real de cada personaje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Limitar el tiempo de mesa: evitar el sobreanálisis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a pie, probando la intención en el cuerpo apenas se nombra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ajustes para el desglose de la sesión siguiente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tiempo de mesa no excede lo necesario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intención se prueba físicamente el mismo día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sesión de ensayos coordinados con Realización Argumental (S10-11), previa al rodaje conjunto.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3: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texto + Desglose de verbos + Video de ensayos + Notas de dirección en set + Dailies comentados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Desglose de Unidades y Verbos — de la idea abstracta al verbo ejecutable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de 16  ·  Trabajo de Mesa Activo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10  ·  TRABAJO DE MESA ACTIVO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