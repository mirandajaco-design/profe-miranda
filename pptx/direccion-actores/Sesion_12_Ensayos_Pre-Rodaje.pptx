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3: ANÁLISIS DEL TEXTO DESDE LA VERDAD DRAMÁTICA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12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Pre-Rodaje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RODAJE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equipo técnico. Pruebas de continuidad actoral. Notas finales antes de rodar.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90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 con equipo técnico. Pruebas de continuidad actoral. Notas finales antes de rodar.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CONFLICTO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desglosa para encontrar el conflicto real, no para explicarlo intelectualmente.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Desglosar el texto para encontrar el conflicto real y motivaciones coherentes.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orgánica de textos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real vs. convención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acción y verbos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 de transformación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de ajuste in-situ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David Mamet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Verdadero y falso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Herejía y sentido común frente a la sobreintelectualización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 Strasberg (R.H. Hethmon)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Actor's Studio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mesa e intenciones reales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mesa activo (evitar sobreintelectualización)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dar notas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del director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rápidos en rodaje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Pre-Rodaje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Pre-Rodaje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equipo técnico. Pruebas de continuidad actoral. Notas finales antes de rodar.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 con equipo técnico presente: cámara, sonido, arte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continuidad: gestos, posición de objetos, estado emocional entre tomas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 de notas finales por escena antes del rodaje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 de vocabulario de set con el director de Realización Argumental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final de personaje, por actor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verificable entre tomas de referencia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convertidas en verbos accionables, no en explicaciones abstractas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sesión antes de la Semana 9 de rodaje conjunto. El vocabulario acordado aquí es el que se usa en set.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3: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texto + Desglose de verbos + Video de ensayos + Notas de dirección en set + Dailies comentados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Rodaje — Dirección In-Situ (7 días en set)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de 16  ·  Ensayos Pre-Rodaje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12  ·  ENSAYOS PRE-RODAJE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