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1: VERDAD Y COHERENCIA ESCÉNICA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02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Escucha y Reacción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Duplas director-actor. Uno estimula, el otro reacciona naturalmente. Se graba y se analiza.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02  ·  ESCUCHA Y REACCIÓN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directo con actores del cortometraje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02  ·  ESCUCHA Y REACCIÓN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Duplas director-actor. Uno estimula, el otro reacciona naturalmente. Se graba y se analiza.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VERDAD ESCÉNICA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lado el “actuar” para pasar al “ser/hacer”: la acción real sustituye la emoción fingida.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02  ·  ESCUCHA Y REACCIÓN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lado el "actuar" para pasar al "ser/hacer". La búsqueda de la veracidad orgánica.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verosimilitud en el cine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“actuar” y “ser/hacer”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como generador de verdad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 cinematográficos de actuación orgánica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02  ·  ESCUCHA Y REACCIÓN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Konstantín Stanislavski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del actor sobre sí mismo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verdad orgánica como método, no como don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Michael Chejov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del actor / 16 lecciones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y el impulso como generadores de verdad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11606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160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489204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Uta Hagen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523951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reto para actor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54126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Sustancia real frente a la indicación de actuar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02  ·  ESCUCHA Y REACCIÓN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 ejercicios de escucha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física en contextos simples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generar reacción orgánica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crítico de tomas de películas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02  ·  ESCUCHA Y REACCIÓN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Escucha y Reacción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02  ·  ESCUCHA Y REACCIÓN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Escucha y Reacción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Duplas director-actor. Uno estimula, el otro reacciona naturalmente. Se graba y se analiza.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duplas director-actor (los roles rotan)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“estímulo” entrega información o una acción inesperada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“receptor” reacciona sin preparar la respuesta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cada ronda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Visionado: identificar el instante exacto de la reacción real frente a la actuada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02  ·  ESCUCHA Y REACCIÓN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reacción ocurre antes de que la mente “decida” cómo reaccionar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se adelanta al diálogo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pausa “de actor” antes de responder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02  ·  ESCUCHA Y REACCIÓN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 “estímulo” entrena la escucha activa que el director necesitará al dar notas accionables en rodaje (S13).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02  ·  ESCUCHA Y REACCIÓN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video del ejercicio + notas de bitácora. Insumo directo para el entregable de la Unidad 1: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de ejercicios videograbados + Bitácora de observaciones + Análisis de verdad en pantalla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02  ·  ESCUCHA Y REACCIÓN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Acción Física Generadora — la tarea concreta sustituye la emoción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02  ·  ESCUCHA Y REACCIÓN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de 16  ·  Escucha y Reacción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02  ·  ESCUCHA Y REACCIÓN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2026-08-11T11:37:03Z</dcterms:created>
  <dcterms:modified xsi:type="dcterms:W3CDTF">2026-08-11T11:37:03Z</dcterms:modified>
</cp:coreProperties>
</file>