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C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UNIDAD 1: VERDAD Y COHERENCIA ESCÉNICA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 · PROFE MIRANDA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94360" y="18745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SESIÓN 02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90827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Escucha y Reacción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4709160"/>
            <a:ext cx="74368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i="1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Duplas director-actor. Uno estimula, el otro reacciona naturalmente. Se graba y se analiza.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94015" y="1005840"/>
            <a:ext cx="4114800" cy="5303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4A13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9000" dirty="0"/>
          </a:p>
        </p:txBody>
      </p:sp>
      <p:sp>
        <p:nvSpPr>
          <p:cNvPr id="8" name="Text 6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02  ·  ESCUCHA Y REACCIÓN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LA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 — 3 horas presenciales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03120"/>
            <a:ext cx="640080" cy="64008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6868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0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 min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6868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Conceptualización teórica de la unidad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5196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7720" y="2103120"/>
            <a:ext cx="640080" cy="64008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57200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0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 min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57200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operativas de dirección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95528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21040" y="2103120"/>
            <a:ext cx="640080" cy="64008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/>
          <p:nvPr/>
        </p:nvSpPr>
        <p:spPr>
          <a:xfrm>
            <a:off x="832104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27532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0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 min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827532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7532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directo con actores del cortometraje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02  ·  ESCUCHA Y REACCIÓN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01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822960"/>
            <a:ext cx="548640" cy="54864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22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Duplas director-actor. Uno estimula, el otro reacciona naturalmente. Se graba y se analiza.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49834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1 · VERDAD ESCÉNICA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539496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Dejar de lado el “actuar” para pasar al “ser/hacer”: la acción real sustituye la emoción fingida.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02  ·  ESCUCHA Y REACCIÓN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TEÓRICA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Fundamentos de la unidad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Dejar de lado el "actuar" para pasar al "ser/hacer". La búsqueda de la veracidad orgánica.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76606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7660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87552" y="26929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verosimilitud en el cine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413766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76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87552" y="40645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diferencia entre “actuar” y “ser/hacer”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276606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6217920" y="27660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56832" y="26929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cuerpo como generador de verdad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17920" y="413766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41376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656832" y="40645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Referentes cinematográficos de actuación orgánica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02  ·  ESCUCHA Y REACCIÓN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TEÓRICO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Referentes y bibliografía de la unidad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89988"/>
            <a:ext cx="512064" cy="512064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899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196596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Konstantín Stanislavski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31343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trabajo del actor sobre sí mismo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600200" y="261518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verdad orgánica como método, no como don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29184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653028"/>
            <a:ext cx="512064" cy="512064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6530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600200" y="342900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Michael Chejov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00200" y="377647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camino del actor / 16 lecciones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600200" y="407822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cuerpo y el impulso como generadores de verdad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75488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68680" y="5116068"/>
            <a:ext cx="512064" cy="512064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51160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600200" y="489204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Uta Hagen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600200" y="523951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reto para actor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600200" y="554126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Sustancia real frente a la indicación de actuar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02  ·  ESCUCHA Y REACCIÓN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 DE DIRECCIÓN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Herramientas operativas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5831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8755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Demostración de ejercicios de escucha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9547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8755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Acción física en contextos simples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25831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65683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generar reacción orgánica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17920" y="39547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65683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crítico de tomas de películas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02  ·  ESCUCHA Y REACCIÓN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D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E8C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Escucha y Reacción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 · TRABAJO DIRECTO CON ACTORES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02  ·  ESCUCHA Y REACCIÓN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· MECÁNICA DEL EJERCICIO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Escucha y Reacción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Duplas director-actor. Uno estimula, el otro reacciona naturalmente. Se graba y se analiza.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48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" y="21214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Formar duplas director-actor (los roles rotan)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92608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926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43000" y="289864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“estímulo” entrega información o una acción inesperada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70332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703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43000" y="367588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“receptor” reacciona sin preparar la respuesta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48056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480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43000" y="445312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Grabar cada ronda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525780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5257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43000" y="523036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Visionado: identificar el instante exacto de la reacción real frente a la actuada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02  ·  ESCUCHA Y REACCIÓN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OBSERVAR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Criterios de organicidad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089404"/>
            <a:ext cx="347472" cy="34747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0894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192024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reacción ocurre antes de que la mente “decida” cómo reaccionar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78892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958084"/>
            <a:ext cx="347472" cy="34747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9580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25880" y="278892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cuerpo se adelanta al diálogo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3826764"/>
            <a:ext cx="347472" cy="34747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8267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25880" y="365760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pausa “de actor” antes de responder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02  ·  ESCUCHA Y REACCIÓN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 DEL SEMESTRE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Conexión con el cortometraje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2377440"/>
          </a:xfrm>
          <a:prstGeom prst="roundRect">
            <a:avLst>
              <a:gd name="adj" fmla="val 3077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◎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48840"/>
            <a:ext cx="944849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rol de “estímulo” entrena la escucha activa que el director necesitará al dar notas accionables en rodaje (S13).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5720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y Taller de Realización Argumental trabajan sobre el MISMO cortometraje durante todo el semestre.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02  ·  ESCUCHA Y REACCIÓN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D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POR EVIDENCIAS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Entregable de la sesión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3291840"/>
          </a:xfrm>
          <a:prstGeom prst="roundRect">
            <a:avLst>
              <a:gd name="adj" fmla="val 2222"/>
            </a:avLst>
          </a:prstGeom>
          <a:solidFill>
            <a:srgbClr val="4A1327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03120"/>
            <a:ext cx="94484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en video del ejercicio + notas de bitácora. Insumo directo para el entregable de la Unidad 1:</a:t>
            </a:r>
            <a:endParaRPr lang="en-US" sz="1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 de ejercicios videograbados + Bitácora de observaciones + Análisis de verdad en pantalla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02  ·  ESCUCHA Y REACCIÓN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irnos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57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Acción Física Generadora — la tarea concreta sustituye la emoción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566160"/>
            <a:ext cx="11094415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3794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 REFLEXIÓN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¿En qué momento de hoy el impulso fue real y en qué momento fue actuado? ¿Cómo se notó la diferencia en pantalla?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02  ·  ESCUCHA Y REACCIÓN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01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28600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VERDAD ESCÉNICA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9115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Dejar de lado el actuar,</a:t>
            </a:r>
            <a:endParaRPr lang="en-US" sz="3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pasar al ser / hacer.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5029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2 de 16  ·  Escucha y Reacción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02  ·  ESCUCHA Y REACCIÓN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2026-08-11T23:31:47Z</dcterms:created>
  <dcterms:modified xsi:type="dcterms:W3CDTF">2026-08-11T23:31:47Z</dcterms:modified>
</cp:coreProperties>
</file>