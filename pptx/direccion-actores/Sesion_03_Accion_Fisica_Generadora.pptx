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UNIDAD 1: VERDAD Y COHERENCIA ESCÉNICA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· PROFE MIRANDA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03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Acción Física Generadora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concretas simples. El actor ejecuta un objetivo físico sin “emocionar”. La emoción emerge de la acción.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4A1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03  ·  ACCIÓN FÍSICA GENERADORA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unidad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operativas de dirección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directo con actores del cortometraje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03  ·  ACCIÓN FÍSICA GENERADORA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Tareas concretas simples. El actor ejecuta un objetivo físico sin “emocionar”. La emoción emerge de la acción.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VERDAD ESCÉNICA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de lado el “actuar” para pasar al “ser/hacer”: la acción real sustituye la emoción fingida.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03  ·  ACCIÓN FÍSICA GENERADORA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la unidad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de lado el "actuar" para pasar al "ser/hacer". La búsqueda de la veracidad orgánica.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verosimilitud en el cine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entre “actuar” y “ser/hacer”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 como generador de verdad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41376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Referentes cinematográficos de actuación orgánica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03  ·  ACCIÓN FÍSICA GENERADORA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Referentes y bibliografía de la 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Konstantín Stanislavski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del actor sobre sí mismo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verdad orgánica como método, no como don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Michael Chejov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del actor / 16 lecciones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 y el impulso como generadores de verdad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511606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1160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489204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Uta Hagen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523951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reto para actor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554126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Sustancia real frente a la indicación de actuar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03  ·  ACCIÓN FÍSICA GENERADORA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DIRECCIÓN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operativas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 ejercicios de escucha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física en contextos simples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generar reacción orgánica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crítico de tomas de películas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03  ·  ACCIÓN FÍSICA GENERADORA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Acción Física Generadora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CON ACTORES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03  ·  ACCIÓN FÍSICA GENERADORA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Acción Física Generadora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concretas simples. El actor ejecuta un objetivo físico sin “emocionar”. La emoción emerge de la acción.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una tarea física concreta y verificable (doblar ropa, armar algo, buscar un objeto)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Prohibir la indicación emocional (“hazlo con tristeza”)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actor ejecuta solo la tarea, con obstáculos reales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Grabar y observar dónde aparece la emoción sin haber sido pedida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Discutir: ¿la emoción fue efecto o fue causa?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03  ·  ACCIÓN FÍSICA GENERADORA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organicidad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tarea es rastreable en el resultado final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emoción es subproducto, nunca el objetivo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ritmo lo dicta la dificultad real de la tarea, no el actor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03  ·  ACCIÓN FÍSICA GENERADORA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base para dirigir sin dar indicaciones abstractas — se retoma en el desglose de verbos ejecutables (S11).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y Taller de Realización Argumental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03  ·  ACCIÓN FÍSICA GENERADORA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4A1327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video del ejercicio + notas de bitácora. Insumo directo para el entregable de la Unidad 1: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de ejercicios videograbados + Bitácora de observaciones + Análisis de verdad en pantalla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03  ·  ACCIÓN FÍSICA GENERADORA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Coherencia Interna/Externa — espacios reales, objetos, relaciones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momento de hoy el impulso fue real y en qué momento fue actuado? ¿Cómo se notó la diferencia en pantalla?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03  ·  ACCIÓN FÍSICA GENERADORA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ESCÉNICA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Dejar de lado el actuar,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pasar al ser / hacer.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de 16  ·  Acción Física Generadora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03  ·  ACCIÓN FÍSICA GENERADORA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2026-08-11T23:31:47Z</dcterms:created>
  <dcterms:modified xsi:type="dcterms:W3CDTF">2026-08-11T23:31:47Z</dcterms:modified>
</cp:coreProperties>
</file>