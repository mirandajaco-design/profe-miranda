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3: ANÁLISIS DEL TEXTO DESDE LA VERDAD DRAMÁTICA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Desglose de Unidades y Verbos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Traducción de ideas abstractas a acciones ejecutables. Construcción del arco de personaje.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Traducción de ideas abstractas a acciones ejecutables. Construcción del arco de personaje.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CONFLICTO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desglosa para encontrar el conflicto real, no para explicarlo intelectualmente.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Desglosar el texto para encontrar el conflicto real y motivaciones coherentes.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orgánica de textos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real vs. convención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acción y verbos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de transformación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ajuste in-situ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David Mamet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Verdadero y falso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Herejía y sentido común frente a la sobreintelectualización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Strasberg (R.H. Hethmon)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Actor's Studio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e intenciones reales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activo (evitar sobreintelectualización)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dar notas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del director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rápidos en rodaje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Desglose de Unidades y Verbos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Desglose de Unidades y Verbos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Traducción de ideas abstractas a acciones ejecutables. Construcción del arco de personaje.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cada escena en unidades de acción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cada unidad a un verbo ejecutable, nunca a un adjetivo o emoción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Encadenar los verbos de todas las escenas del personaje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la cadena de verbos dibuja un arco de transformación coherente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la escena dirigiendo solo con el verbo, no con la emoción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indicación es un verbo accionable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del personaje es rastreable escena a escena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de verbos accionables se usará literalmente como notas de dirección durante el rodaje (S13).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3: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texto + Desglose de verbos + Video de ensayos + Notas de dirección en set + Dailies comentados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Pre-Rodaje — integración con el equipo técnico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 de 16  ·  Desglose de Unidades y Verbos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11  ·  DESGLOSE DE UNIDADES Y VERBOS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2026-08-11T11:37:04Z</dcterms:created>
  <dcterms:modified xsi:type="dcterms:W3CDTF">2026-08-11T11:37:04Z</dcterms:modified>
</cp:coreProperties>
</file>