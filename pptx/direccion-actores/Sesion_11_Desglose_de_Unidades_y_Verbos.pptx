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UNIDAD 3: ANÁLISIS DEL TEXTO DESDE LA VERDAD DRAMÁTICA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· PROFE MIRANDA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11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Desglose de Unidades y Verbos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Traducción de ideas abstractas a acciones ejecutables. Construcción del arco de personaje.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4A1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9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11  ·  DESGLOSE DE UNIDADES Y VERBOS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unidad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operativas de dirección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directo con actores del cortometraje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11  ·  DESGLOSE DE UNIDADES Y VERBOS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Traducción de ideas abstractas a acciones ejecutables. Construcción del arco de personaje.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CONFLICTO REAL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texto se desglosa para encontrar el conflicto real, no para explicarlo intelectualmente.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11  ·  DESGLOSE DE UNIDADES Y VERBOS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 la unidad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Desglosar el texto para encontrar el conflicto real y motivaciones coherentes.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21284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orgánica de textos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344728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 real vs. convención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54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7552" y="468172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de acción y verbos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221284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Arco de transformación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352044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56832" y="344728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ajuste in-situ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11  ·  DESGLOSE DE UNIDADES Y VERBOS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Referentes y bibliografía de la unidad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David Mamet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 y falso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Herejía y sentido común frente a la sobreintelectualización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65302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530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42900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 Strasberg (R.H. Hethmon)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del Actor's Studio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407822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mesa e intenciones reales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11  ·  DESGLOSE DE UNIDADES Y VERBOS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DIRECCIÓN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operativas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mesa activo (evitar sobreintelectualización)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dar notas accionables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claro del director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rápidos en rodaje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11  ·  DESGLOSE DE UNIDADES Y VERBOS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Desglose de Unidades y Verbos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CON ACTORES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11  ·  DESGLOSE DE UNIDADES Y VERBOS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Desglose de Unidades y Verbos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Traducción de ideas abstractas a acciones ejecutables. Construcción del arco de personaje.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cada escena en unidades de acción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Traducir cada unidad a un verbo ejecutable, nunca a un adjetivo o emoción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Encadenar los verbos de todas las escenas del personaje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la cadena de verbos dibuja un arco de transformación coherente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Ensayar la escena dirigiendo solo con el verbo, no con la emoción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11  ·  DESGLOSE DE UNIDADES Y VERBOS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OBSERVAR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organicidad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indicación es un verbo accionable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arco del personaje es rastreable escena a escena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11  ·  DESGLOSE DE UNIDADES Y VERBOS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vocabulario de verbos accionables se usará literalmente como notas de dirección durante el rodaje (S13).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y Taller de Realización Argumental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11  ·  DESGLOSE DE UNIDADES Y VERBOS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 de la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4A1327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video del ejercicio + notas de bitácora. Insumo directo para el entregable de la Unidad 3: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texto + Desglose de verbos + Video de ensayos + Notas de dirección en set + Dailies comentados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11  ·  DESGLOSE DE UNIDADES Y VERBOS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Ensayos Pre-Rodaje — integración con el equipo técnico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momento de hoy el impulso fue real y en qué momento fue actuado? ¿Cómo se notó la diferencia en pantalla?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11  ·  DESGLOSE DE UNIDADES Y VERBOS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 ESCÉNICA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Dejar de lado el actuar,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pasar al ser / hacer.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de 16  ·  Desglose de Unidades y Verbos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11  ·  DESGLOSE DE UNIDADES Y VERBOS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2026-08-11T23:31:47Z</dcterms:created>
  <dcterms:modified xsi:type="dcterms:W3CDTF">2026-08-11T23:31:47Z</dcterms:modified>
</cp:coreProperties>
</file>