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2: ARQUITECTURA DE LA PUESTA EN ESCENA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Real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 CON REALIZACIÓN ARGUMENTAL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Audiciones con actores de la ciudad. Dos o tres candidatos por rol. Evaluación de química y coherencia natural.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real con actores de la ciudad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Audiciones con actores de la ciudad. Dos o tres candidatos por rol. Evaluación de química y coherencia natural.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GEOMETRÍA DEL SENTIDO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es lenguaje narrativo, no decoración: cada posición y movimiento comunica.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como lenguaje narrativo y espacio de libertad para el actor. Geometría del sentido.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espacial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dramático sin artificio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del sentido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mirada y silencios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escena para cámara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Eisenstein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sentido del cine / La forma del cine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geometría del sentido en el encuadre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Judith Weston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accionables para dirigir sin indicar emociones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casting orientado a coherencia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dirección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y movimiento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para actores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Real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sesión reemplaza el bloque estándar de laboratorio: el laboratorio ES el casting.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Audiciones con actores de la ciudad. Dos o tres candidatos por rol. Evaluación de química y coherencia natural.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y agenda de audiciones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de prueba corta, con espacio para improvisar (no memorizada)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individual: coherencia natural, escucha, disponibilidad corporal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química: combinaciones de actores en la misma escena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conjunta con el equipo de Realización Argumental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Verosimilitud sin forzar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escucha real durante el casting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verificable en pantalla entre candidatos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9544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954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52628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agenda para el rodaje (Semana 9 y S12-13)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simulacro: el elenco confirmado aquí es el que rueda el cortometraje. Sesión compartida con Realización Argumental.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ensayos de puesta en escena + Protocolo de casting + Elenco confirmado + Notas de dirección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de Mirada y Subtexto — lo no dicho genera significado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de 16  ·  Casting Real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07  ·  CASTING REAL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