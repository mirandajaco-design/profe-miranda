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UNIDAD 2: ARQUITECTURA DE LA PUESTA EN ESCENA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PROFE MIRANDA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07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Casting Real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4160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4160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COORDINADO CON REALIZACIÓN ARGUMENTAL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Audiciones con actores de la ciudad. Dos o tres candidatos por rol. Evaluación de química y coherencia natural.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4A13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900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07  ·  CASTING REAL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unidad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operativas de dirección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Casting real con actores de la ciudad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07  ·  CASTING REAL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Audiciones con actores de la ciudad. Dos o tres candidatos por rol. Evaluación de química y coherencia natural.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2 · GEOMETRÍA DEL SENTIDO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puesta en escena es lenguaje narrativo, no decoración: cada posición y movimiento comunica.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07  ·  CASTING REAL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 de la unidad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puesta en escena como lenguaje narrativo y espacio de libertad para el actor. Geometría del sentido.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espacial en el cine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34472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dramático sin artificio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754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87552" y="468172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geometría del sentido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228600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mirada y silencios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17920" y="352044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56832" y="34472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escena para cámara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07  ·  CASTING REAL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Referentes y bibliografía de la unidad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Sergei Eisenstein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sentido del cine / La forma del cine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y geometría del sentido en el encuadre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Judith Weston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Directing actors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accionables para dirigir sin indicar emociones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07  ·  CASTING REAL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DIRECCIÓN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operativas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de casting orientado a coherencia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de dirección accionables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planos y movimiento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 claro para actores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07  ·  CASTING REAL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CASTING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Casting Real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CON ACTORES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4709160"/>
            <a:ext cx="9814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sesión reemplaza el bloque estándar de laboratorio: el laboratorio ES el casting.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07  ·  CASTING REAL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CASTING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Casting Real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Audiciones con actores de la ciudad. Dos o tres candidatos por rol. Evaluación de química y coherencia natural.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Convocatoria y agenda de audiciones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 de prueba corta, con espacio para improvisar (no memorizada)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individual: coherencia natural, escucha, disponibilidad corporal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química: combinaciones de actores en la misma escena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conjunta con el equipo de Realización Argumental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07  ·  CASTING REAL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OBSERVAR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organicidad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Verosimilitud sin forzar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de escucha real durante el casting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Química verificable en pantalla entre candidatos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52628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7240" y="469544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6954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25880" y="452628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 de agenda para el rodaje (Semana 9 y S12-13)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07  ·  CASTING REAL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 simulacro: el elenco confirmado aquí es el que rueda el cortometraje. Sesión compartida con Realización Argumental.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y Taller de Realización Argumental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07  ·  CASTING REAL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4A1327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en video del ejercicio + notas de bitácora. Insumo directo para el entregable de la Unidad 2: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 ensayos de puesta en escena + Protocolo de casting + Elenco confirmado + Notas de dirección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07  ·  CASTING REAL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Dirección de Mirada y Subtexto — lo no dicho genera significado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momento de hoy el impulso fue real y en qué momento fue actuado? ¿Cómo se notó la diferencia en pantalla?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07  ·  CASTING REAL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 ESCÉNICA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Dejar de lado el actuar,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pasar al ser / hacer.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7 de 16  ·  Casting Real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07  ·  CASTING REAL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2026-08-11T23:31:47Z</dcterms:created>
  <dcterms:modified xsi:type="dcterms:W3CDTF">2026-08-11T23:31:47Z</dcterms:modified>
</cp:coreProperties>
</file>