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2: ARQUITECTURA DE LA PUESTA EN ESCENA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06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Bloqueo Dramático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Marcaciones con sentido. El movimiento emerge del objetivo, no de una indicación arbitraria.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90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directo con actores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Marcaciones con sentido. El movimiento emerge del objetivo, no de una indicación arbitraria.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2 · GEOMETRÍA DEL SENTIDO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es lenguaje narrativo, no decoración: cada posición y movimiento comunica.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puesta en escena como lenguaje narrativo y espacio de libertad para el actor. Geometría del sentido.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espacial en el cine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 dramático sin artificio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754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468172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geometría del sentido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228600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mirada y silencios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17920" y="352044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34472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Puesta en escena para cámara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Sergei Eisenstein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sentido del cine / La forma del cine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y geometría del sentido en el encuadre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Judith Weston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Directing actors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accionables para dirigir sin indicar emociones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de casting orientado a coherencia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de dirección accionables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planos y movimiento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claro para actores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Bloqueo Dramático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Bloqueo Dramático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Marcaciones con sentido. El movimiento emerge del objetivo, no de una indicación arbitraria.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el objetivo dramático de cada movimiento antes de marcarlo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Preguntar “¿por qué se mueve?” antes de decir “muévete aquí”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Ensayar la escena sin marcas, solo con objetivos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sobre lo que ya ocurrió naturalmente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Grabar la versión marcada y verificar que conserva la organicidad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marca tiene una razón dramática nombrable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marca existe solo “por cámara”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vocabulario de objetivos construido aquí se reutiliza en la dirección in-situ durante el rodaje (S13).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en video del ejercicio + notas de bitácora. Insumo directo para el entregable de la Unidad 2: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 ensayos de puesta en escena + Protocolo de casting + Elenco confirmado + Notas de dirección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Casting Real — audiciones con actores de la ciudad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6 de 16  ·  Bloqueo Dramático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SESIÓN 06  ·  BLOQUEO DRAMÁTICO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2026-08-11T11:37:03Z</dcterms:created>
  <dcterms:modified xsi:type="dcterms:W3CDTF">2026-08-11T11:37:03Z</dcterms:modified>
</cp:coreProperties>
</file>