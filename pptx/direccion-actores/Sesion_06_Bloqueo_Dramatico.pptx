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2: ARQUITECTURA DE LA PUESTA EN ESCENA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Dramático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Marcaciones con sentido. El movimiento emerge del objetivo, no de una indicación arbitraria.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Marcaciones con sentido. El movimiento emerge del objetivo, no de una indicación arbitraria.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GEOMETRÍA DEL SENTIDO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es lenguaje narrativo, no decoración: cada posición y movimiento comunica.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como lenguaje narrativo y espacio de libertad para el actor. Geometría del sentido.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espacial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dramático sin artificio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geometría del sentido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mirada y silencios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escena para cámara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Sergei Eisenstein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sentido del cine / La forma del cine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y geometría del sentido en el encuadre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Judith Weston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actors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accionables para dirigir sin indicar emociones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casting orientado a coherencia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dirección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planos y movimiento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para actores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Dramático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Dramático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Marcaciones con sentido. El movimiento emerge del objetivo, no de una indicación arbitraria.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objetivo dramático de cada movimiento antes de marcarlo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“¿por qué se mueve?” antes de decir “muévete aquí”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 la escena sin marcas, solo con objetivos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sobre lo que ya ocurrió naturalmente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la versión marcada y verificar que conserva la organicidad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marca tiene una razón dramática nombrable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marca existe solo “por cámara”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de objetivos construido aquí se reutiliza en la dirección in-situ durante el rodaje (S13).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2: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ensayos de puesta en escena + Protocolo de casting + Elenco confirmado + Notas de dirección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 Real — audiciones con actores de la ciudad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de 16  ·  Bloqueo Dramático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06  ·  BLOQUEO DRAMÁTICO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