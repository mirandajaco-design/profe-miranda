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1: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Pitch Audiovisual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de una presentación videográfica de 2 a 3 minutos que compila todo el concepto visual.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de la presentación videográfica del concepto (2-3 min)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Grabación de una presentación videográfica de 2 a 3 minutos que compila todo el concepto visual.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DEL REFERENTE AL CONCEPTO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rodaje es arbitraria: nace de referentes investigados y de un concepto visual validado.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visual y el desarrollo de concepto como base de toda decisión posterior del cortometraje.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películas referentes (Programa Sabio Cinéfilo)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estética audiovisual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Andrei Tarkovsky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Esculpir en el 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poética de la imagen como punto de partida del concepto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Programa Sabio Cinéfilo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referentes fílmicos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Repertorio compartido de películas para fundamentar decisiones estéticas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digitales: Miro, Procreate, Pinterest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carpetas de concepto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catalogación de referencias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Pitch Audiovisual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Pitch Audiovisual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de una presentación videográfica de 2 a 3 minutos que compila todo el concepto visual.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guion breve de pitch (2-3 minutos) a partir del concepto consolidado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el material audiovisual de apoyo (mood board, referencias, bocetos)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la presentación en voz alta antes de grabar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presentación videográfica con el material compilado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video a YouTube/Vimeo en modo privado y verificar el enlace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pitch comunica el concepto en menos de 3 minutos sin perderse en detalles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audiovisual respalda cada afirmación del pitch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privado funciona y es accesible para evaluación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Etapa 1. El concepto validado aquí es el punto de partida del guion técnico y storyboard de la Etapa 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concepto visual + Pitch video (YouTube/Vimeo privado)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Etapa 1 → Etapa 2: Preproducción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de 16  ·  Pitch Audiovisual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05  ·  PITCH AUDIOVISUAL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