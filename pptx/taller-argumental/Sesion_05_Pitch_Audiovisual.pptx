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ETAPA 1: DISEÑO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E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SESIÓN 05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Pitch Audiovisual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Grabación de una presentación videográfica de 2 a 3 minutos que compila todo el concepto visual.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2636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05</a:t>
            </a:r>
            <a:endParaRPr lang="en-US" sz="190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05  ·  PITCH AUDIOVISUAL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etapa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operativa de la etapa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Grabación de la presentación videográfica del concepto (2-3 min)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05  ·  PITCH AUDIOVISUAL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Grabación de una presentación videográfica de 2 a 3 minutos que compila todo el concepto visual.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 · DEL REFERENTE AL CONCEPTO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decisión de rodaje es arbitraria: nace de referentes investigados y de un concepto visual validado.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05  ·  PITCH AUDIOVISUAL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Fundamentos de la etapa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investigación visual y el desarrollo de concepto como base de toda decisión posterior del cortometraje.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la narrativa visual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películas referentes (Programa Sabio Cinéfilo)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Conceptos de estética audiovisual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05  ·  PITCH AUDIOVISUAL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Referentes y bibliografía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Andrei Tarkovsky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Esculpir en el tiempo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poética de la imagen como punto de partida del concepto visual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Programa Sabio Cinéfilo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referentes fílmicos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Repertorio compartido de películas para fundamentar decisiones estéticas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05  ·  PITCH AUDIOVISUAL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Y OPERATIVA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Herramientas de producción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digitales: Miro, Procreate, Pinterest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carpetas de concepto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y catalogación de referencias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05  ·  PITCH AUDIOVISUAL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Pitch Audiovisual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AL PROYECTO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05  ·  PITCH AUDIOVISUAL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Pitch Audiovisual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Grabación de una presentación videográfica de 2 a 3 minutos que compila todo el concepto visual.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un guion breve de pitch (2-3 minutos) a partir del concepto consolidado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Compilar el material audiovisual de apoyo (mood board, referencias, bocetos)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Ensayar la presentación en voz alta antes de grabar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Grabar la presentación videográfica con el material compilado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el video a YouTube/Vimeo en modo privado y verificar el enlace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05  ·  PITCH AUDIOVISUAL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VERIFICAR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Criterios de calidad técnica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pitch comunica el concepto en menos de 3 minutos sin perderse en detalles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material audiovisual respalda cada afirmación del pitch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enlace privado funciona y es accesible para evaluación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05  ·  PITCH AUDIOVISUAL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Cierra la Etapa 1. El concepto validado aquí es el punto de partida del guion técnico y storyboard de la Etapa 2.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y Dirección de Actores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05  ·  PITCH AUDIOVISUAL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Entregable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26364A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de concepto visual + Pitch video (YouTube/Vimeo privado)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05  ·  PITCH AUDIOVISUAL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Cierre de Etapa 1 → Etapa 2: Preproducción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decisión tomada hoy será más costosa de revertir en una etapa posterior del proyecto?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05  ·  PITCH AUDIOVISUAL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CONCEPTO A LA PANTALLA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Nada en pantalla es accidental: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todo se diseñó primero.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5 de 16  ·  Pitch Audiovisual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05  ·  PITCH AUDIOVISUAL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2026-08-11T21:36:02Z</dcterms:created>
  <dcterms:modified xsi:type="dcterms:W3CDTF">2026-08-11T21:36:02Z</dcterms:modified>
</cp:coreProperties>
</file>