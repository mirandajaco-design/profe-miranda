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ETAPA 4: PRODUCCIÓN (RODAJE)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· PROFE MIRANDA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1874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E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SESIÓN 12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Lanzamiento de Rodaje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640080" y="416052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4160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41605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DE RODAJE — 7 DÍAS CONTINUOS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709160"/>
            <a:ext cx="7436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de set, últimas pruebas de continuidad y calentamiento con escenas simples antes de rodar.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894015" y="1005840"/>
            <a:ext cx="4114800" cy="5303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26364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12</a:t>
            </a:r>
            <a:endParaRPr lang="en-US" sz="19000" dirty="0"/>
          </a:p>
        </p:txBody>
      </p:sp>
      <p:sp>
        <p:nvSpPr>
          <p:cNvPr id="11" name="Text 9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12  ·  LANZAMIENTO DE RODAJE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Agenda — 3 horas presenciales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45 min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Conceptualización teórica de la etapa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45 min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y operativa de la etapa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5528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7532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90 min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275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PRE-RODAJE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de set, últimas pruebas y calentamiento antes de rodar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12  ·  LANZAMIENTO DE RODAJE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8229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Montaje de set, últimas pruebas de continuidad y calentamiento con escenas simples antes de rodar.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4983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4 · EL SET NO PERDONA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no resuelto antes del día 1 se paga en tiempo de rodaje, el recurso más caro del proyecto.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12  ·  LANZAMIENTO DE RODAJE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TEÓRICA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Fundamentos de la etapa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rodaje concentrado de 7 días: ejecutar en set todo lo diseñado, escrito y ensayado.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660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final de actores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1376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checklist de rodaje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7660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5683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Protocolos de seguridad y comunicación en set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41376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5683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de ingesta en locación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12  ·  LANZAMIENTO DE RODAJE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Referentes y bibliografía de la etapa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9988"/>
            <a:ext cx="512064" cy="512064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899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François Truffaut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Hitchcock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61518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dirección en el momento exacto del rodaje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12  ·  LANZAMIENTO DE RODAJE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Y OPERATIVA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Herramientas de producción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831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8755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de escenas pendientes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547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755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material completado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5831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Ingesta final y backups verificados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39547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5683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 de postproducción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12  ·  LANZAMIENTO DE RODAJE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PRE-RODAJE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Lanzamiento de Rodaje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 · TRABAJO DIRECTO AL PROYECTO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4709160"/>
            <a:ext cx="9814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esta sesión y la siguiente ocurren los 7 días de rodaje fuera de aula: ingesta diaria, dailies cada noche y logs de continuidad actualizados.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12  ·  LANZAMIENTO DE RODAJE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PRE-RODAJE · MECÁNICA DEL EJERCICIO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Lanzamiento de Rodaje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de set, últimas pruebas de continuidad y calentamiento con escenas simples antes de rodar.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1214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el set: posiciones de cámara, iluminación y audio del día 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Repasar el checklist de rodaje completo con todo el equipo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367588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 protocolos de seguridad y comunicación en set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480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45312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Configurar el punto de ingesta de material en la locación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257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523036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Calentar al equipo con una escena simple antes de rodar las escenas reales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12  ·  LANZAMIENTO DE RODAJE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VERIFICAR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Criterios de calidad técnica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8940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894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checklist de rodaje está confirmado por cada responsable de área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95808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78892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protocolo de comunicación en set es claro para todo el equipo, no solo dirección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382676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826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6576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punto de ingesta está probado y funcionando antes de la primera claqueta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12  ·  LANZAMIENTO DE RODAJE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SEMESTRE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Conexión con el cortometraje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48840"/>
            <a:ext cx="94484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Arranca el rodaje conjunto de 7 días con Dirección de Actores, que dirige actores en set durante todo este bloque.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y Dirección de Actores trabajan sobre el MISMO cortometraje durante todo el semestre.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12  ·  LANZAMIENTO DE RODAJE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POR EVIDENCIAS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Entregable de la sesión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3291840"/>
          </a:xfrm>
          <a:prstGeom prst="roundRect">
            <a:avLst>
              <a:gd name="adj" fmla="val 2222"/>
            </a:avLst>
          </a:prstGeom>
          <a:solidFill>
            <a:srgbClr val="26364A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03120"/>
            <a:ext cx="94484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del avance + notas de bitácora. Insumo directo para el entregable de la Etapa 4: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rodaje catalogado + Logs de continuidad completos + Archivos de proyecto organizados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12  ·  LANZAMIENTO DE RODAJE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Antes de irnos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7 días de rodaje intensivo (fuera de aula) → Cierre de Rodaje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REFLEXIÓN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decisión tomada hoy será más costosa de revertir en una etapa posterior del proyecto?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12  ·  LANZAMIENTO DE RODAJE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CONCEPTO A LA PANTALLA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Nada en pantalla es accidental: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todo se diseñó primero.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de 16  ·  Lanzamiento de Rodaje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12  ·  LANZAMIENTO DE RODAJE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2026-08-11T23:31:47Z</dcterms:created>
  <dcterms:modified xsi:type="dcterms:W3CDTF">2026-08-11T23:31:47Z</dcterms:modified>
</cp:coreProperties>
</file>