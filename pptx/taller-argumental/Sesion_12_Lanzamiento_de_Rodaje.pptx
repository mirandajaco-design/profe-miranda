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4: PRODUCCIÓN (RODAJE)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12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Lanzamiento de Rodaje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RODAJE — 7 DÍAS CONTINUOS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de set, últimas pruebas de continuidad y calentamiento con escenas simples antes de rodar.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</a:t>
            </a:r>
            <a:endParaRPr lang="en-US" sz="19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12  ·  LANZAMIENTO DE RODAJE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PRE-RODAJE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de set, últimas pruebas y calentamiento antes de rodar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12  ·  LANZAMIENTO DE RODAJE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Montaje de set, últimas pruebas de continuidad y calentamiento con escenas simples antes de rodar.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EL SET NO PERDONA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no resuelto antes del día 1 se paga en tiempo de rodaje, el recurso más caro del proyecto.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12  ·  LANZAMIENTO DE RODAJE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rodaje concentrado de 7 días: ejecutar en set todo lo diseñado, escrito y ensayado.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final de actores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checklist de rodaje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de seguridad y comunicación en set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 ingesta en locación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12  ·  LANZAMIENTO DE RODAJE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François Truffaut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Hitchcock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dirección en el momento exacto del rodaje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12  ·  LANZAMIENTO DE RODAJE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escenas pendientes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material completado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final y backups verificados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de postproducción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12  ·  LANZAMIENTO DE RODAJE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PRE-RODAJE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Lanzamiento de Rodaje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esta sesión y la siguiente ocurren los 7 días de rodaje fuera de aula: ingesta diaria, dailies cada noche y logs de continuidad actualizados.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12  ·  LANZAMIENTO DE RODAJE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PRE-RODAJE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Lanzamiento de Rodaje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de set, últimas pruebas de continuidad y calentamiento con escenas simples antes de rodar.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el set: posiciones de cámara, iluminación y audio del día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Repasar el checklist de rodaje completo con todo el equipo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protocolos de seguridad y comunicación en set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el punto de ingesta de material en la locación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Calentar al equipo con una escena simple antes de rodar las escenas reales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12  ·  LANZAMIENTO DE RODAJE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checklist de rodaje está confirmado por cada responsable de área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protocolo de comunicación en set es claro para todo el equipo, no solo dirección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ingesta está probado y funcionando antes de la primera claqueta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12  ·  LANZAMIENTO DE RODAJE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 el rodaje conjunto de 7 días con Dirección de Actores, que dirige actores en set durante todo este bloque.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12  ·  LANZAMIENTO DE RODAJE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avance + notas de bitácora. Insumo directo para el entregable de la Etapa 4: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rodaje catalogado + Logs de continuidad completos + Archivos de proyecto organizados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12  ·  LANZAMIENTO DE RODAJE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 días de rodaje intensivo (fuera de aula) → Cierre de Rodaje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12  ·  LANZAMIENTO DE RODAJE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de 16  ·  Lanzamiento de Rodaje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12  ·  LANZAMIENTO DE RODAJE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2026-08-11T21:36:02Z</dcterms:created>
  <dcterms:modified xsi:type="dcterms:W3CDTF">2026-08-11T21:36:02Z</dcterms:modified>
</cp:coreProperties>
</file>