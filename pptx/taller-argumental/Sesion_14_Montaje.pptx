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5: POSTPRODUCCIÓN Y ENTREGA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14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Montaje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decisivos, sincronización audio-video y cierre del corte FINAL sin cambios posteriores.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decisivos en DaVinci Resolve hacia el corte FINAL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Cortes decisivos, sincronización audio-video y cierre del corte FINAL sin cambios posteriores.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5 · LA PANTALLA ES EL VEREDICTO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montaje, el color y el sonido son la última oportunidad de que la verdad rodada llegue al espectador.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Montaje, color, sonido y entrega final del cortometraje, documentado y enviado a festivales.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del montaje: ritmo, continuidad, emoción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grading profesional: teoría y práctica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sonoro: foley, mezcla estéreo/5.1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ISAN y preservación FADGI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Donald A. Norman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Psychology of Everyday Things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decodifica el espectador — aplicado a montaje y gráficos claros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 DaVinci Resolve / Premiere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3-way + LUT + grado artístico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animados en After Effects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DCP 2K y ProRes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Montaje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decisivos, sincronización audio-video y cierre del corte FINAL sin cambios posteriores.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todos los dailies y seleccionar las mejores tomas por escena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un primer ensamblaje siguiendo la escaleta del guion técnico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ritmo y continuidad escena por escena en DaVinci Resolve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Sincronizar audio y video con precisión en cada corte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corte FINAL sin dejar cambios estructurales pendientes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corte respeta la escaleta pero prioriza el ritmo sobre el guion técnico si es necesario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saltos de continuidad sin resolver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corte se declara FINAL: no habrá más cambios de estructura después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corte final de esta sesión es la base sobre la que trabajan color y sonido en la sesión 15.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5: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Cortometraje DCP 2K masterizado + Master de audio + Color grading + Gráficos y títulos + Documentación FADGI + Bitácora + Metadatos ISAN + Envío a 3-5 festivales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Color y Sonido — grading y diseño sonoro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 de 16  ·  Montaje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14  ·  MONTAJE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2026-08-11T21:36:02Z</dcterms:created>
  <dcterms:modified xsi:type="dcterms:W3CDTF">2026-08-11T21:36:02Z</dcterms:modified>
</cp:coreProperties>
</file>