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C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ETAPA 5: POSTPRODUCCIÓN Y ENTREGA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 · PROFE MIRANDA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8745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D98E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SESIÓN 14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90827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Montaje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4709160"/>
            <a:ext cx="74368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Cortes decisivos, sincronización audio-video y cierre del corte FINAL sin cambios posteriores.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94015" y="1005840"/>
            <a:ext cx="4114800" cy="5303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2636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14</a:t>
            </a:r>
            <a:endParaRPr lang="en-US" sz="190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PROFE MIRANDA  ·  SESIÓN 14  ·  MONTAJE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LA SESIÓN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Agenda — 3 horas presenciales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640080" cy="64008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45 min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Conceptualización teórica de la etapa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5196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103120"/>
            <a:ext cx="640080" cy="64008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7200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45 min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57200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y operativa de la etapa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5528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21040" y="2103120"/>
            <a:ext cx="640080" cy="64008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27532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90 min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827532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7532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Cortes decisivos en DaVinci Resolve hacia el corte FINAL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PROFE MIRANDA  ·  SESIÓN 14  ·  MONTAJE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22960"/>
            <a:ext cx="548640" cy="54864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1153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i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Cortes decisivos, sincronización audio-video y cierre del corte FINAL sin cambios posteriores.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4983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5 · LA PANTALLA ES EL VEREDICTO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539496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montaje, el color y el sonido son la última oportunidad de que la verdad rodada llegue al espectador.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PROFE MIRANDA  ·  SESIÓN 14  ·  MONTAJE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TEÓRICA · 45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Fundamentos de la etapa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Montaje, color, sonido y entrega final del cortometraje, documentado y enviado a festivales.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76606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660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87552" y="26929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del montaje: ritmo, continuidad, emoción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13766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1376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87552" y="40645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grading profesional: teoría y práctica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17920" y="276606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27660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56832" y="26929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sonoro: foley, mezcla estéreo/5.1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17920" y="413766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41376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56832" y="40645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Metadatos ISAN y preservación FADGI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PROFE MIRANDA  ·  SESIÓN 14  ·  MONTAJE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TEÓRICO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Referentes y bibliografía de la etapa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89988"/>
            <a:ext cx="512064" cy="512064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899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965960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Donald A. Norman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2313432"/>
            <a:ext cx="8808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Psychology of Everyday Things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00200" y="2615184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decodifica el espectador — aplicado a montaje y gráficos claros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PROFE MIRANDA  ·  SESIÓN 14  ·  MONTAJE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Y OPERATIVA · 45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Herramientas de producción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58318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5831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87552" y="25100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de DaVinci Resolve / Premiere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95478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9547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7552" y="38816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Corrección 3-way + LUT + grado artístico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258318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5831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56832" y="25100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Créditos animados en After Effects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17920" y="395478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39547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56832" y="38816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Exportación DCP 2K y ProRes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PROFE MIRANDA  ·  SESIÓN 14  ·  MONTAJE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0C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10911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Montaje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 · TRABAJO DIRECTO AL PROYECTO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PROFE MIRANDA  ·  SESIÓN 14  ·  MONTAJE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· MECÁNICA DEL EJERCICIO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Montaje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Cortes decisivos, sincronización audio-video y cierre del corte FINAL sin cambios posteriores.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402336" cy="40233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48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21214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todos los dailies y seleccionar las mejores tomas por escena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02336" cy="40233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26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289864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Armar un primer ensamblaje siguiendo la escaleta del guion técnico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402336" cy="40233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03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367588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ritmo y continuidad escena por escena en DaVinci Resolve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480560"/>
            <a:ext cx="402336" cy="40233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480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445312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Sincronizar audio y video con precisión en cada corte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257800"/>
            <a:ext cx="402336" cy="40233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257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523036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el corte FINAL sin dejar cambios estructurales pendientes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PROFE MIRANDA  ·  SESIÓN 14  ·  MONTAJE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VERIFICAR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Criterios de calidad técnica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89404"/>
            <a:ext cx="347472" cy="347472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894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92024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corte respeta la escaleta pero prioriza el ritmo sobre el guion técnico si es necesario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958084"/>
            <a:ext cx="347472" cy="347472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580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278892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saltos de continuidad sin resolver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3826764"/>
            <a:ext cx="347472" cy="347472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8267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365760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corte se declara FINAL: no habrá más cambios de estructura después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PROFE MIRANDA  ·  SESIÓN 14  ·  MONTAJE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 DEL SEMESTRE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Conexión con el cortometraje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2377440"/>
          </a:xfrm>
          <a:prstGeom prst="roundRect">
            <a:avLst>
              <a:gd name="adj" fmla="val 3077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2148840"/>
            <a:ext cx="944849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corte final de esta sesión es la base sobre la que trabajan color y sonido en la sesión 15.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5720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y Dirección de Actores trabajan sobre el MISMO cortometraje durante todo el semestre.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PROFE MIRANDA  ·  SESIÓN 14  ·  MONTAJE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POR EVIDENCIAS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Entregable de la sesión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3291840"/>
          </a:xfrm>
          <a:prstGeom prst="roundRect">
            <a:avLst>
              <a:gd name="adj" fmla="val 2222"/>
            </a:avLst>
          </a:prstGeom>
          <a:solidFill>
            <a:srgbClr val="26364A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2103120"/>
            <a:ext cx="94484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del avance + notas de bitácora. Insumo directo para el entregable de la Etapa 5: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Cortometraje DCP 2K masterizado + Master de audio + Color grading + Gráficos y títulos + Documentación FADGI + Bitácora + Metadatos ISAN + Envío a 3-5 festivales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PROFE MIRANDA  ·  SESIÓN 14  ·  MONTAJE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SESIÓN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Antes de irnos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Color y Sonido — grading y diseño sonoro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566160"/>
            <a:ext cx="11094415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REFLEXIÓN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decisión tomada hoy será más costosa de revertir en una etapa posterior del proyecto?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PROFE MIRANDA  ·  SESIÓN 14  ·  MONTAJE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CONCEPTO A LA PANTALLA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834640"/>
            <a:ext cx="109115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400" b="1" i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Nada en pantalla es accidental:</a:t>
            </a:r>
            <a:endParaRPr lang="en-US" sz="3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400" b="1" i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todo se diseñó primero.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5029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14 de 16  ·  Montaje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PROFE MIRANDA  ·  SESIÓN 14  ·  MONTAJE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2026-08-11T23:31:47Z</dcterms:created>
  <dcterms:modified xsi:type="dcterms:W3CDTF">2026-08-11T23:31:47Z</dcterms:modified>
</cp:coreProperties>
</file>