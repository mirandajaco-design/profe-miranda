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ETAPA 5: POSTPRODUCCIÓN Y ENTREGA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· PROFE MIRANDA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8E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15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Color y Sonido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grading 3-way con grado artístico, mezcla de audio y exportación de masters DCP/ProRes.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2636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</a:t>
            </a:r>
            <a:endParaRPr lang="en-US" sz="19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15  ·  COLOR Y SONIDO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etapa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operativa de la etapa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grading 3-way, mezcla de audio y exportación de masters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15  ·  COLOR Y SONIDO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Color grading 3-way con grado artístico, mezcla de audio y exportación de masters DCP/ProRes.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 · LA PANTALLA ES EL VEREDICTO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montaje, el color y el sonido son la última oportunidad de que la verdad rodada llegue al espectador.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15  ·  COLOR Y SONIDO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Fundamentos de la etapa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Montaje, color, sonido y entrega final del cortometraje, documentado y enviado a festivales.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del montaje: ritmo, continuidad, emoción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grading profesional: teoría y práctica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sonoro: foley, mezcla estéreo/5.1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ISAN y preservación FADGI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15  ·  COLOR Y SONIDO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Referentes y bibliografía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Donald A. Norman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Psychology of Everyday Things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decodifica el espectador — aplicado a montaje y gráficos claros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15  ·  COLOR Y SONIDO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Y OPERATIVA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Herramientas de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DaVinci Resolve / Premiere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3-way + LUT + grado artístico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animados en After Effects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DCP 2K y ProRes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15  ·  COLOR Y SONIDO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Color y Sonido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AL PROYECTO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15  ·  COLOR Y SONIDO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Color y Sonido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grading 3-way con grado artístico, mezcla de audio y exportación de masters DCP/ProRes.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corrección de color 3-way a todas las escenas del corte final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el grado artístico (LUT + ajustes) según la paleta de la Etapa 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la mezcla de sonido: foley, música y niveles profesionales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Animar los créditos y gráficos narrativos en After Effects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los masters en DCP 2K y ProRes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15  ·  COLOR Y SONIDO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VERIFICAR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Criterios de calidad técnica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grado artístico final es coherente con la paleta visual definida en la Etapa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mezcla de audio no tiene picos ni caídas de nivel entre escenas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masters exportados abren y reproducen sin errores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15  ·  COLOR Y SONIDO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masters exportados aquí son los que se documentan, empaquetan y envían a festivales en la sesión 16.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y Dirección de Actores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15  ·  COLOR Y SONIDO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26364A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 avance + notas de bitácora. Insumo directo para el entregable de la Etapa 5: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Cortometraje DCP 2K masterizado + Master de audio + Color grading + Gráficos y títulos + Documentación FADGI + Bitácora + Metadatos ISAN + Envío a 3-5 festivales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15  ·  COLOR Y SONIDO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Presentación y Entrega — cierre del proyecto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tomada hoy será más costosa de revertir en una etapa posterior del proyecto?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15  ·  COLOR Y SONIDO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CONCEPTO A LA PANTALLA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Nada en pantalla es accidental: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todo se diseñó primero.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 de 16  ·  Color y Sonido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15  ·  COLOR Y SONIDO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2026-08-11T23:31:47Z</dcterms:created>
  <dcterms:modified xsi:type="dcterms:W3CDTF">2026-08-11T23:31:47Z</dcterms:modified>
</cp:coreProperties>
</file>