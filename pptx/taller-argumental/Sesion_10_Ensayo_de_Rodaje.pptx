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ETAPA 3: PREPARACIÓN FINAL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E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Ensayo de Rodaje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 CON DIRECCIÓN DE ACTORES (S10-11)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escenas con actores: blocking, composición en vivo y dirección de actores en tiempo real.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636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190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10  ·  ENSAYO DE RODAJE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etapa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operativa de la etapa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escenas con actores: blocking y dirección en tiempo real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10  ·  ENSAYO DE RODAJE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Prueba de escenas con actores: blocking, composición en vivo y dirección de actores en tiempo real.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ENSAYAR PARA NO IMPROVISAR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se prueba antes del rodaje es tiempo que no se pierde durante los 7 días de rodaje.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10  ·  ENSAYO DE RODAJE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Fundamentos de la etapa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Ensayar con actores y validar todos los protocolos técnicos antes del rodaje.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actores: técnicas y comunicación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de set: roles y responsabilidades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Continuidad: mapeo de rodaje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digital y transferencia de material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10  ·  ENSAYO DE RODAJE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Referentes y bibliografía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Joseph V. Mascelli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C de la cinematografía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filmación como lenguaje preciso, no intuición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10  ·  ENSAYO DE RODAJE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Y OPERATIVA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Herramientas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equipos: cámara, iluminación, audio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workflow: ingesta y backup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Monitores y vectorscopios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sheets y logs de producción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10  ·  ENSAYO DE RODAJE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Ensayo de Rodaje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AL PROYECTO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10  ·  ENSAYO DE RODAJE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Ensayo de Rodaje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escenas con actores: blocking, composición en vivo y dirección de actores en tiempo real.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Convocar a los actores confirmados para el ensayo de escenas clave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el blocking de la escena en la locación o un espacio análogo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Componer el encuadre en vivo a partir del blocking real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Dirigir a los actores en tiempo real y ajustar composición según su verdad escénica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en video el ensayo para revisión posterior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10  ·  ENSAYO DE RODAJE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VERIFICAR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Criterios de calidad técnica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blocking surge de la escena ensayada, no se impone antes de probar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encuadre sirve a la acción real de los actores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ensayo queda grabado como referencia para el rodaje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10  ·  ENSAYO DE RODAJE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ensayo es la sesión conjunta con Dirección de Actores: mismo cortometraje, mismo elenco, mismo espacio.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y Dirección de Actores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10  ·  ENSAYO DE RODAJE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26364A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avance + notas de bitácora. Insumo directo para el entregable de la Etapa 3: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ensayo (5-10 min) + Protocolos técnicos documentados + Mapa de continuidad validado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10  ·  ENSAYO DE RODAJE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Pruebas Técnicas — cámara, iluminación y audio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tomada hoy será más costosa de revertir en una etapa posterior del proyecto?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10  ·  ENSAYO DE RODAJE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CONCEPTO A LA PANTALLA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Nada en pantalla es accidental: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todo se diseñó primero.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10 de 16  ·  Ensayo de Rodaje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10  ·  ENSAYO DE RODAJE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2026-08-11T21:36:02Z</dcterms:created>
  <dcterms:modified xsi:type="dcterms:W3CDTF">2026-08-11T21:36:02Z</dcterms:modified>
</cp:coreProperties>
</file>