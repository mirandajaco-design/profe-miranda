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3: PREPARACIÓN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Ensayo de Rodaje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COORDINADO CON DIRECCIÓN DE ACTORES (S10-11)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escenas con actores: blocking, composición en vivo y dirección de actores en tiempo real.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escenas con actores: blocking y dirección en tiempo real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Prueba de escenas con actores: blocking, composición en vivo y dirección de actores en tiempo real.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ENSAYAR PARA NO IMPROVISAR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se prueba antes del rodaje es tiempo que no se pierde durante los 7 días de rodaje.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con actores y validar todos los protocolos técnicos antes del rodaje.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actores: técnicas y comunicación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de set: roles y responsabilidades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Continuidad: mapeo de rodaje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digital y transferencia de material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Joseph V. Mascelli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cinco C de la cinematografía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filmación como lenguaje preciso, no intuición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equipos: cámara, iluminación, audio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workflow: ingesta y backup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y vectorscopios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sheets y logs de producción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Ensayo de Rodaje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Ensayo de Rodaje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escenas con actores: blocking, composición en vivo y dirección de actores en tiempo real.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Convocar a los actores confirmados para el ensayo de escenas clave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blocking de la escena en la locación o un espacio análogo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Componer el encuadre en vivo a partir del blocking real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Dirigir a los actores en tiempo real y ajustar composición según su verdad escénica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en video el ensayo para revisión posterior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blocking surge de la escena ensayada, no se impone antes de probar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encuadre sirve a la acción real de los actores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ensayo queda grabado como referencia para el rodaje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ensayo es la sesión conjunta con Dirección de Actores: mismo cortometraje, mismo elenco, mismo espacio.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3: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 (5-10 min) + Protocolos técnicos documentados + Mapa de continuidad validado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Pruebas Técnicas — cámara, iluminación y audio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de 16  ·  Ensayo de Rodaje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10  ·  ENSAYO DE 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