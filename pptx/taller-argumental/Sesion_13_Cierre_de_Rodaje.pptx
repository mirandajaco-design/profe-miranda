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ETAPA 4: PRODUCCIÓN (RODAJE)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 · PROFE MIRANDA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94360" y="18745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D98E3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13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640080" y="2788920"/>
            <a:ext cx="9082735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Cierre de Rodaje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640080" y="416052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51560" y="416052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 DE RODAJE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709160"/>
            <a:ext cx="74368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i="1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material completo, ingesta final de tarjetas e inicio del montaje preliminar.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894015" y="1005840"/>
            <a:ext cx="4114800" cy="53035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19000" b="1" dirty="0">
                <a:solidFill>
                  <a:srgbClr val="26364A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13</a:t>
            </a:r>
            <a:endParaRPr lang="en-US" sz="1900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13  ·  CIERRE DE RODAJE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DE LA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Agenda — 3 horas presenciales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86868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Conceptualización teórica de la etapa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5196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57200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 min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57200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57200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y operativa de la etapa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55280" y="1737360"/>
            <a:ext cx="3383280" cy="4114800"/>
          </a:xfrm>
          <a:prstGeom prst="roundRect">
            <a:avLst>
              <a:gd name="adj" fmla="val 2162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321040" y="2103120"/>
            <a:ext cx="640080" cy="64008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8321040" y="21031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8275320" y="29718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430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90 min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275320" y="3611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POST-RODAJE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275320" y="4069080"/>
            <a:ext cx="2743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material, ingesta final e inicio del montaje preliminar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13  ·  CIERRE DE RODAJE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8229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1153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0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Verificación de material completo, ingesta final de tarjetas e inicio del montaje preliminar.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49834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ETAPA 4 · EL SET NO PERDONA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539496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lo no resuelto antes del día 1 se paga en tiempo de rodaje, el recurso más caro del proyecto.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13  ·  CIERRE DE RODAJE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EXPOSICIÓN TEÓRICA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Fundamentos de la etapa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rodaje concentrado de 7 días: ejecutar en set todo lo diseñado, escrito y ensayado.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8755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Dirección final de actores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8755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Revisión de checklist de rodaje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17920" y="27660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6217920" y="27660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656832" y="26929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de seguridad y comunicación en set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17920" y="413766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41376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656832" y="406450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de ingesta en locación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13  ·  CIERRE DE RODAJE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MARCO TEÓRICO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Referentes y bibliografía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234440"/>
          </a:xfrm>
          <a:prstGeom prst="roundRect">
            <a:avLst>
              <a:gd name="adj" fmla="val 5926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89988"/>
            <a:ext cx="512064" cy="512064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89988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1965960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François Truffaut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600200" y="2313432"/>
            <a:ext cx="8808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Hitchcock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600200" y="2615184"/>
            <a:ext cx="8808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de dirección en el momento exacto del rodaje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13  ·  CIERRE DE RODAJE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 Y OPERATIVA · 45 MIN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Herramientas de producción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8755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Resolución de escenas pendientes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8755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material completado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25831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25831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56832" y="25100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Ingesta final y backups verificados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954780"/>
            <a:ext cx="292608" cy="292608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6217920" y="39547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56832" y="3881628"/>
            <a:ext cx="4846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pasos de postproducción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13  ·  CIERRE DE RODAJE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28800"/>
            <a:ext cx="1091153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0C0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POST-RODAJE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2560320"/>
            <a:ext cx="1091153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Cierre de Rodaje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4114800"/>
            <a:ext cx="109115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MIN · TRABAJO DIRECTO AL PROYECTO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13  ·  CIERRE DE RODAJE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POST-RODAJE · MECÁNICA DEL EJERCICIO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Cierre de Rodaje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1109441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Verificación de material completo, ingesta final de tarjetas e inicio del montaje preliminar.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14884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488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143000" y="212140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Verificar que el material de las 7 jornadas de rodaje esté completo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92608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9260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9864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la ingesta final de todas las tarjetas de memoria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70332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37033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143000" y="367588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Organizar las carpetas de proyecto según la estructura acordada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48056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44805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Cotejar los logs de continuidad contra el material ingresado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48640" y="5257800"/>
            <a:ext cx="402336" cy="402336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52578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5230368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el montaje preliminar transfiriendo el material a la suite de edición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13  ·  CIERRE DE RODAJE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VERIFICAR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Criterios de calidad técnica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8940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894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325880" y="192024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material está catalogado al 100% antes de liberar las tarjetas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78892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77240" y="295808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95808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25880" y="278892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backups redundantes están verificados, no solo copiados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657600"/>
            <a:ext cx="11094415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77240" y="3826764"/>
            <a:ext cx="347472" cy="347472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8267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325880" y="3657600"/>
            <a:ext cx="1008857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de carpetas es la misma que usará el montaje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13  ·  CIERRE DE RODAJE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CONTINUIDAD DEL SEMESTRE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Conexión con el cortometraje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3077"/>
            </a:avLst>
          </a:prstGeom>
          <a:solidFill>
            <a:srgbClr val="F3F5F6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◎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48840"/>
            <a:ext cx="9448495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Cierra la Etapa 4. El material catalogado y organizado aquí es el punto de partida del montaje en la sesión 14.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457200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y Dirección de Actores trabajan sobre el MISMO cortometraje durante todo el semestre.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13  ·  CIERRE DE RODAJE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4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POR EVIDENCIAS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Entregable de la etapa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3291840"/>
          </a:xfrm>
          <a:prstGeom prst="roundRect">
            <a:avLst>
              <a:gd name="adj" fmla="val 2222"/>
            </a:avLst>
          </a:prstGeom>
          <a:solidFill>
            <a:srgbClr val="26364A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548640" cy="548640"/>
          </a:xfrm>
          <a:prstGeom prst="ellipse">
            <a:avLst/>
          </a:prstGeom>
          <a:solidFill>
            <a:srgbClr val="D98E3B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1945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B2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645920" y="2103120"/>
            <a:ext cx="9448495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 de rodaje catalogado + Logs de continuidad completos + Archivos de proyecto organizados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13  ·  CIERRE DE RODAJE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CIERRE DE SESIÓN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Antes de irnos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1094415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20574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SESIÓN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1036289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318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Cierre de Etapa 4 → Etapa 5: Postproducción y Entrega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3566160"/>
            <a:ext cx="11094415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10141A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14400" y="37947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DE REFLEXIÓN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4114800"/>
            <a:ext cx="103628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1318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decisión tomada hoy será más costosa de revertir en una etapa posterior del proyecto?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13  ·  CIERRE DE RODAJE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6636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18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0"/>
            <a:ext cx="1091153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D98E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CONCEPTO A LA PANTALLA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640080" y="2834640"/>
            <a:ext cx="1091153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Nada en pantalla es accidental:</a:t>
            </a:r>
            <a:endParaRPr lang="en-US" sz="34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3400" b="1" i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todo se diseñó primero.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40080" y="5029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13 de 16  ·  Cierre de Rodaje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6473952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REALIZACIÓN ARGUMENTAL  ·  PROFE MIRANDA  ·  SESIÓN 13  ·  CIERRE DE RODAJE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185855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EB9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2026-08-11T23:31:47Z</dcterms:created>
  <dcterms:modified xsi:type="dcterms:W3CDTF">2026-08-11T23:31:47Z</dcterms:modified>
</cp:coreProperties>
</file>