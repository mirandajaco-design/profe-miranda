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4: PRODUCCIÓN (RODAJE)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Cierre de Rodaje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416052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RODAJE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material completo, ingesta final de tarjetas e inicio del montaje preliminar.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</a:t>
            </a:r>
            <a:endParaRPr lang="en-US" sz="190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POST-RODAJE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material, ingesta final e inicio del montaje preliminar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Verificación de material completo, ingesta final de tarjetas e inicio del montaje preliminar.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· EL SET NO PERDONA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no resuelto antes del día 1 se paga en tiempo de rodaje, el recurso más caro del proyecto.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rodaje concentrado de 7 días: ejecutar en set todo lo diseñado, escrito y ensayado.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final de actores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checklist de rodaje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Protocolos de seguridad y comunicación en set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de ingesta en locación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François Truffaut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Hitchcock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dirección en el momento exacto del rodaje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de escenas pendientes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material completado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final y backups verificados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 de postproducción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POST-RODAJE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Cierre de Rodaje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POST-RODAJE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Cierre de Rodaje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material completo, ingesta final de tarjetas e inicio del montaje preliminar.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el material de las 7 jornadas de rodaje esté completo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la ingesta final de todas las tarjetas de memoria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las carpetas de proyecto según la estructura acordada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Cotejar los logs de continuidad contra el material ingresado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el montaje preliminar transfiriendo el material a la suite de edición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material está catalogado al 100% antes de liberar las tarjetas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backups redundantes están verificados, no solo copiados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estructura de carpetas es la misma que usará el montaje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 la Etapa 4. El material catalogado y organizado aquí es el punto de partida del montaje en la sesión 14.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rodaje catalogado + Logs de continuidad completos + Archivos de proyecto organizados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Cierre de Etapa 4 → Etapa 5: Postproducción y Entrega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de 16  ·  Cierre de Rodaje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13  ·  CIERRE DE RODAJE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2026-08-11T21:36:02Z</dcterms:created>
  <dcterms:modified xsi:type="dcterms:W3CDTF">2026-08-11T21:36:02Z</dcterms:modified>
</cp:coreProperties>
</file>