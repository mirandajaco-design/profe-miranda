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0C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ETAPA 1: DISEÑO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6012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AEB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DOCENTE · PROFE MIRANDA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94360" y="187452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D98E3B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SESIÓN 04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640080" y="2788920"/>
            <a:ext cx="908273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Refinamiento de Concepto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40080" y="4709160"/>
            <a:ext cx="74368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i="1" dirty="0">
                <a:solidFill>
                  <a:srgbClr val="AEB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Ajustes finales de paleta y tipografía visual para consolidar la carpeta de concepto.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894015" y="1005840"/>
            <a:ext cx="4114800" cy="5303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9000" b="1" dirty="0">
                <a:solidFill>
                  <a:srgbClr val="26364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04</a:t>
            </a:r>
            <a:endParaRPr lang="en-US" sz="19000" dirty="0"/>
          </a:p>
        </p:txBody>
      </p:sp>
      <p:sp>
        <p:nvSpPr>
          <p:cNvPr id="8" name="Text 6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EB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PROFE MIRANDA  ·  SESIÓN 04  ·  REFINAMIENTO DE CONCEPTO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EB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16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 DE LA SESIÓN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181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Agenda — 3 horas presenciales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383280" cy="4114800"/>
          </a:xfrm>
          <a:prstGeom prst="roundRect">
            <a:avLst>
              <a:gd name="adj" fmla="val 2162"/>
            </a:avLst>
          </a:prstGeom>
          <a:solidFill>
            <a:srgbClr val="F3F5F6"/>
          </a:solidFill>
          <a:ln/>
          <a:effectLst>
            <a:outerShdw sx="100000" sy="100000" kx="0" ky="0" algn="bl" rotWithShape="0" blurRad="101600" dist="38100" dir="5400000">
              <a:srgbClr val="10141A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103120"/>
            <a:ext cx="640080" cy="640080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103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868680" y="297180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43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45 min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868680" y="36118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68680" y="4069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Conceptualización teórica de la etapa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251960" y="1737360"/>
            <a:ext cx="3383280" cy="4114800"/>
          </a:xfrm>
          <a:prstGeom prst="roundRect">
            <a:avLst>
              <a:gd name="adj" fmla="val 2162"/>
            </a:avLst>
          </a:prstGeom>
          <a:solidFill>
            <a:srgbClr val="F3F5F6"/>
          </a:solidFill>
          <a:ln/>
          <a:effectLst>
            <a:outerShdw sx="100000" sy="100000" kx="0" ky="0" algn="bl" rotWithShape="0" blurRad="101600" dist="38100" dir="5400000">
              <a:srgbClr val="10141A">
                <a:alpha val="2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17720" y="2103120"/>
            <a:ext cx="640080" cy="640080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12" name="Text 10"/>
          <p:cNvSpPr/>
          <p:nvPr/>
        </p:nvSpPr>
        <p:spPr>
          <a:xfrm>
            <a:off x="4617720" y="2103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4572000" y="297180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43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45 min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4572000" y="36118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TÉCNICA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572000" y="4069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Herramientas y operativa de la etapa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955280" y="1737360"/>
            <a:ext cx="3383280" cy="4114800"/>
          </a:xfrm>
          <a:prstGeom prst="roundRect">
            <a:avLst>
              <a:gd name="adj" fmla="val 2162"/>
            </a:avLst>
          </a:prstGeom>
          <a:solidFill>
            <a:srgbClr val="F3F5F6"/>
          </a:solidFill>
          <a:ln/>
          <a:effectLst>
            <a:outerShdw sx="100000" sy="100000" kx="0" ky="0" algn="bl" rotWithShape="0" blurRad="101600" dist="38100" dir="5400000">
              <a:srgbClr val="10141A">
                <a:alpha val="2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321040" y="2103120"/>
            <a:ext cx="640080" cy="640080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18" name="Text 16"/>
          <p:cNvSpPr/>
          <p:nvPr/>
        </p:nvSpPr>
        <p:spPr>
          <a:xfrm>
            <a:off x="8321040" y="2103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8275320" y="297180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43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90 min</a:t>
            </a:r>
            <a:endParaRPr lang="en-US" sz="3200" dirty="0"/>
          </a:p>
        </p:txBody>
      </p:sp>
      <p:sp>
        <p:nvSpPr>
          <p:cNvPr id="20" name="Text 18"/>
          <p:cNvSpPr/>
          <p:nvPr/>
        </p:nvSpPr>
        <p:spPr>
          <a:xfrm>
            <a:off x="8275320" y="36118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275320" y="4069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Ajustes finales de paleta y tipografía visual del proyecto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PROFE MIRANDA  ·  SESIÓN 04  ·  REFINAMIENTO DE CONCEPTO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16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3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822960"/>
            <a:ext cx="548640" cy="548640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8229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691640"/>
            <a:ext cx="10911535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3000" b="1" i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Ajustes finales de paleta y tipografía visual para consolidar la carpeta de concepto.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498348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ETAPA 1 · DEL REFERENTE AL CONCEPTO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539496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AEB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Ninguna decisión de rodaje es arbitraria: nace de referentes investigados y de un concepto visual validado.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EB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PROFE MIRANDA  ·  SESIÓN 04  ·  REFINAMIENTO DE CONCEPTO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EB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16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TEÓRICA · 45 MIN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181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Fundamentos de la etapa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investigación visual y el desarrollo de concepto como base de toda decisión posterior del cortometraje.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766060"/>
            <a:ext cx="292608" cy="292608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27660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87552" y="2692908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Teoría de la narrativa visual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48640" y="4137660"/>
            <a:ext cx="292608" cy="292608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41376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87552" y="4064508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de películas referentes (Programa Sabio Cinéfilo)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217920" y="2766060"/>
            <a:ext cx="292608" cy="292608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12" name="Text 10"/>
          <p:cNvSpPr/>
          <p:nvPr/>
        </p:nvSpPr>
        <p:spPr>
          <a:xfrm>
            <a:off x="6217920" y="27660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656832" y="2692908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Conceptos de estética audiovisual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PROFE MIRANDA  ·  SESIÓN 04  ·  REFINAMIENTO DE CONCEPTO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16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MARCO TEÓRICO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181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Referentes y bibliografía de la etapa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1094415" cy="1234440"/>
          </a:xfrm>
          <a:prstGeom prst="roundRect">
            <a:avLst>
              <a:gd name="adj" fmla="val 5926"/>
            </a:avLst>
          </a:prstGeom>
          <a:solidFill>
            <a:srgbClr val="F3F5F6"/>
          </a:solidFill>
          <a:ln/>
          <a:effectLst>
            <a:outerShdw sx="100000" sy="100000" kx="0" ky="0" algn="bl" rotWithShape="0" blurRad="101600" dist="38100" dir="5400000">
              <a:srgbClr val="10141A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189988"/>
            <a:ext cx="512064" cy="512064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218998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600200" y="1965960"/>
            <a:ext cx="8808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181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Andrei Tarkovsky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600200" y="2313432"/>
            <a:ext cx="8808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Esculpir en el tiempo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600200" y="2615184"/>
            <a:ext cx="8808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poética de la imagen como punto de partida del concepto visual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3291840"/>
            <a:ext cx="11094415" cy="1234440"/>
          </a:xfrm>
          <a:prstGeom prst="roundRect">
            <a:avLst>
              <a:gd name="adj" fmla="val 5926"/>
            </a:avLst>
          </a:prstGeom>
          <a:solidFill>
            <a:srgbClr val="F3F5F6"/>
          </a:solidFill>
          <a:ln/>
          <a:effectLst>
            <a:outerShdw sx="100000" sy="100000" kx="0" ky="0" algn="bl" rotWithShape="0" blurRad="101600" dist="38100" dir="5400000">
              <a:srgbClr val="10141A">
                <a:alpha val="2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68680" y="3653028"/>
            <a:ext cx="512064" cy="512064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365302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600200" y="3429000"/>
            <a:ext cx="8808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181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Programa Sabio Cinéfilo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00200" y="3776472"/>
            <a:ext cx="8808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de referentes fílmicos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600200" y="4078224"/>
            <a:ext cx="8808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Repertorio compartido de películas para fundamentar decisiones estéticas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PROFE MIRANDA  ·  SESIÓN 04  ·  REFINAMIENTO DE CONCEPTO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16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TÉCNICA Y OPERATIVA · 45 MIN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181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Herramientas de producción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583180"/>
            <a:ext cx="292608" cy="292608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25831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87552" y="2510028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Herramientas digitales: Miro, Procreate, Pinterest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3954780"/>
            <a:ext cx="292608" cy="292608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39547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87552" y="3881628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de carpetas de concepto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217920" y="2583180"/>
            <a:ext cx="292608" cy="292608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25831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656832" y="2510028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Captura y catalogación de referencias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PROFE MIRANDA  ·  SESIÓN 04  ·  REFINAMIENTO DE CONCEPTO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300" kern="0" dirty="0">
                <a:solidFill>
                  <a:srgbClr val="F0C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2560320"/>
            <a:ext cx="1091153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Refinamiento de Concepto</a:t>
            </a:r>
            <a:endParaRPr lang="en-US" sz="4600" dirty="0"/>
          </a:p>
        </p:txBody>
      </p:sp>
      <p:sp>
        <p:nvSpPr>
          <p:cNvPr id="4" name="Text 2"/>
          <p:cNvSpPr/>
          <p:nvPr/>
        </p:nvSpPr>
        <p:spPr>
          <a:xfrm>
            <a:off x="640080" y="411480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5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 MIN · TRABAJO DIRECTO AL PROYECTO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EB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PROFE MIRANDA  ·  SESIÓN 04  ·  REFINAMIENTO DE CONCEPTO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EB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· MECÁNICA DEL EJERCICIO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181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Refinamiento de Concepto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Ajustes finales de paleta y tipografía visual para consolidar la carpeta de concepto.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402336" cy="402336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21488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143000" y="212140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Revisar la dirección estética elegida en la sesión 3 con ojo crítico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926080"/>
            <a:ext cx="402336" cy="402336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9260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143000" y="289864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Ajustar la paleta visual a partir de la retroalimentación recibida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3703320"/>
            <a:ext cx="402336" cy="402336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37033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143000" y="367588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Definir la tipografía visual del proyecto (créditos, gráficos, mood)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48640" y="4480560"/>
            <a:ext cx="402336" cy="402336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15" name="Text 13"/>
          <p:cNvSpPr/>
          <p:nvPr/>
        </p:nvSpPr>
        <p:spPr>
          <a:xfrm>
            <a:off x="548640" y="44805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143000" y="445312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Consolidar todo el material en una carpeta de concepto única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48640" y="5257800"/>
            <a:ext cx="402336" cy="402336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52578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143000" y="523036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Redactar una síntesis de una frase del concepto visual del proyecto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PROFE MIRANDA  ·  SESIÓN 04  ·  REFINAMIENTO DE CONCEPTO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16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F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VERIFICAR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181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Criterios de calidad técnica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11094415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0141A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2089404"/>
            <a:ext cx="347472" cy="347472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208940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325880" y="1920240"/>
            <a:ext cx="100885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carpeta de concepto es navegable y está organizada por categoría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788920"/>
            <a:ext cx="11094415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0141A">
                <a:alpha val="2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77240" y="2958084"/>
            <a:ext cx="347472" cy="347472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295808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325880" y="2788920"/>
            <a:ext cx="100885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síntesis de una frase es específica al proyecto, no genérica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3657600"/>
            <a:ext cx="11094415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0141A">
                <a:alpha val="2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77240" y="3826764"/>
            <a:ext cx="347472" cy="347472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14" name="Text 12"/>
          <p:cNvSpPr/>
          <p:nvPr/>
        </p:nvSpPr>
        <p:spPr>
          <a:xfrm>
            <a:off x="777240" y="382676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325880" y="3657600"/>
            <a:ext cx="100885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Tipografía y paleta conviven sin contradecirse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PROFE MIRANDA  ·  SESIÓN 04  ·  REFINAMIENTO DE CONCEPTO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16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CONTINUIDAD DEL SEMESTRE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181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Conexión con el cortometraje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1094415" cy="2377440"/>
          </a:xfrm>
          <a:prstGeom prst="roundRect">
            <a:avLst>
              <a:gd name="adj" fmla="val 3077"/>
            </a:avLst>
          </a:prstGeom>
          <a:solidFill>
            <a:srgbClr val="F3F5F6"/>
          </a:solidFill>
          <a:ln/>
          <a:effectLst>
            <a:outerShdw sx="100000" sy="100000" kx="0" ky="0" algn="bl" rotWithShape="0" blurRad="101600" dist="38100" dir="5400000">
              <a:srgbClr val="10141A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194560"/>
            <a:ext cx="548640" cy="548640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1945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◎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645920" y="2148840"/>
            <a:ext cx="9448495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 carpeta de concepto es la base directa del pitch audiovisual de la sesión 5 y del entregable de la Etapa 1.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457200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y Dirección de Actores trabajan sobre el MISMO cortometraje durante todo el semestre.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PROFE MIRANDA  ·  SESIÓN 04  ·  REFINAMIENTO DE CONCEPTO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16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EVALUACIÓN POR EVIDENCIAS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Entregable de la sesión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1094415" cy="3291840"/>
          </a:xfrm>
          <a:prstGeom prst="roundRect">
            <a:avLst>
              <a:gd name="adj" fmla="val 2222"/>
            </a:avLst>
          </a:prstGeom>
          <a:solidFill>
            <a:srgbClr val="26364A"/>
          </a:solidFill>
          <a:ln/>
          <a:effectLst>
            <a:outerShdw sx="100000" sy="100000" kx="0" ky="0" algn="bl" rotWithShape="0" blurRad="101600" dist="38100" dir="5400000">
              <a:srgbClr val="10141A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194560"/>
            <a:ext cx="548640" cy="548640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1945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645920" y="2103120"/>
            <a:ext cx="9448495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del avance + notas de bitácora. Insumo directo para el entregable de la Etapa 1:</a:t>
            </a:r>
            <a:endParaRPr lang="en-US" sz="16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Carpeta de concepto visual + Pitch video (YouTube/Vimeo privado)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EB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PROFE MIRANDA  ·  SESIÓN 04  ·  REFINAMIENTO DE CONCEPTO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EB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16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3F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SESIÓN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181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Antes de irnos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1094415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0141A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20574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PRÓXIMA SESIÓN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914400" y="2377440"/>
            <a:ext cx="103628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181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Pitch Audiovisual — grabación de la presentación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3566160"/>
            <a:ext cx="11094415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0141A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914400" y="37947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 DE REFLEXIÓN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14400" y="4114800"/>
            <a:ext cx="103628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i="1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decisión tomada hoy será más costosa de revertir en una etapa posterior del proyecto?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PROFE MIRANDA  ·  SESIÓN 04  ·  REFINAMIENTO DE CONCEPTO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16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3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28600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CONCEPTO A LA PANTALLA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640080" y="2834640"/>
            <a:ext cx="1091153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3400" b="1" i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Nada en pantalla es accidental:</a:t>
            </a:r>
            <a:endParaRPr lang="en-US" sz="3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3400" b="1" i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todo se diseñó primero.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502920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EB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4 de 16  ·  Refinamiento de Concepto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EB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PROFE MIRANDA  ·  SESIÓN 04  ·  REFINAMIENTO DE CONCEPTO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EB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2026-08-11T23:31:47Z</dcterms:created>
  <dcterms:modified xsi:type="dcterms:W3CDTF">2026-08-11T23:31:47Z</dcterms:modified>
</cp:coreProperties>
</file>