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1: DISEÑO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04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Refinamiento de Concepto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finales de paleta y tipografía visual para consolidar la carpeta de concepto.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9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finales de paleta y tipografía visual del proyecto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Ajustes finales de paleta y tipografía visual para consolidar la carpeta de concepto.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DEL REFERENTE AL CONCEPTO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decisión de rodaje es arbitraria: nace de referentes investigados y de un concepto visual validado.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investigación visual y el desarrollo de concepto como base de toda decisión posterior del cortometraje.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de la narrativa visual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películas referentes (Programa Sabio Cinéfilo)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de estética audiovisual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Andrei Tarkovsky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Esculpir en el tiempo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poética de la imagen como punto de partida del concepto visual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Programa Sabio Cinéfilo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referentes fílmicos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Repertorio compartido de películas para fundamentar decisiones estéticas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digitales: Miro, Procreate, Pinterest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carpetas de concepto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y catalogación de referencias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Refinamiento de Concepto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Refinamiento de Concepto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finales de paleta y tipografía visual para consolidar la carpeta de concepto.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dirección estética elegida en la sesión 3 con ojo crítico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la paleta visual a partir de la retroalimentación recibida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la tipografía visual del proyecto (créditos, gráficos, mood)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todo el material en una carpeta de concepto única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una síntesis de una frase del concepto visual del proyecto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carpeta de concepto es navegable y está organizada por categoría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síntesis de una frase es específica al proyecto, no genérica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 y paleta conviven sin contradecirse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carpeta de concepto es la base directa del pitch audiovisual de la sesión 5 y del entregable de la Etapa 1.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avance + notas de bitácora. Insumo directo para el entregable de la Etapa 1: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Carpeta de concepto visual + Pitch video (YouTube/Vimeo privado)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Pitch Audiovisual — grabación de la presentación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de 16  ·  Refinamiento de Concepto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SESIÓN 04  ·  REFINAMIENTO DE CONCEPTO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2026-08-11T21:36:02Z</dcterms:created>
  <dcterms:modified xsi:type="dcterms:W3CDTF">2026-08-11T21:36:02Z</dcterms:modified>
</cp:coreProperties>
</file>