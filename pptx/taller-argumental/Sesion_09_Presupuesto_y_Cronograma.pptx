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2: PREPRODUCCIÓN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Presupuesto y Cronograma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días de rodaje, presupuesto por rubro y construcción de los call sheets finales.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días de rodaje, presupuesto y call sheets finales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Cálculo de días de rodaje, presupuesto por rubro y construcción de los call sheets finales.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DE LA IDEA AL PLANO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escena se traduce en planos concretos, y cada plano en un recurso real de producción.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el concepto visual en guion técnico, storyboard, desglose y presupuesto ejecutables.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dramática y análisis de escenas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técnico: lenguaje audiovisual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Storyboarding: composición narrativa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de producción: flujo de trabajo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André Bazin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narración en el cine de ficción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estructura dramática organiza la escena como unidad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Studiovity (guion técnico)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Filemaker Pro / Excel (desglose)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Tabletas gráficas para storyboard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industria en planning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Presupuesto y Cronograma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Presupuesto y Cronograma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días de rodaje, presupuesto por rubro y construcción de los call sheets finales.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el desglose de producción confirmado en la sesión 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los días de rodaje necesarios (máximo 7 días)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presupuesto por rubro: locaciones, talentos, equipo, alimentación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los call sheets preliminares por día de rodaje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el cronograma final y validarlo con todo el equipo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cronograma cabe dentro del límite de 7 días de rodaje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está desglosado por rubro, no es una cifra única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call sheet indica escenas, locación, talentos y horario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Etapa 2. Guion técnico, storyboard, desglose y presupuesto quedan listos para los ensayos de la Etapa 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técnico completo + Storyboard (15+ viñetas) + Desglose de producción + Presupuesto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Etapa 2 → Etapa 3: Preparación Final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9 de 16  ·  Presupuesto y Cronograma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09  ·  PRESUPUESTO Y CRONOGRAMA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