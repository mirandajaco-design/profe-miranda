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ETAPA 2: PREPRODUCCIÓN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· PROFE MIRANDA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8E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07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Storyboarding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Dibujo y composición de 5 o más ángulos por escena clave para al menos dos escenas.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2636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9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07  ·  STORYBOARDING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etapa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operativa de la etapa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Dibujo y composición de 5+ ángulos por escena clave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07  ·  STORYBOARDING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Dibujo y composición de 5 o más ángulos por escena clave para al menos dos escenas.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DE LA IDEA AL PLANO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escena se traduce en planos concretos, y cada plano en un recurso real de producción.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07  ·  STORYBOARDING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Fundamentos de la etapa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 el concepto visual en guion técnico, storyboard, desglose y presupuesto ejecutables.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dramática y análisis de escenas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 técnico: lenguaje audiovisual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Storyboarding: composición narrativa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Desglose de producción: flujo de trabajo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07  ·  STORYBOARDING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Referentes y bibliografía de la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André Bazin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narración en el cine de ficción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la estructura dramática organiza la escena como unidad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07  ·  STORYBOARDING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Y OPERATIVA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Herramientas de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Studiovity (guion técnico)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Filemaker Pro / Excel (desglose)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Tabletas gráficas para storyboard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de industria en planning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07  ·  STORYBOARDING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Storyboarding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AL PROYECTO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07  ·  STORYBOARDING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Storyboarding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Dibujo y composición de 5 o más ángulos por escena clave para al menos dos escenas.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al menos 2 escenas clave del guion técnico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Dibujar o componer 5 o más ángulos distintos por escena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en cada viñeta el encuadre, la angulación y el movimiento de cámara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la continuidad visual entre viñetas consecutivas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 el storyboard completo para revisión del equipo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07  ·  STORYBOARDING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VERIFICAR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Criterios de calidad técnica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viñeta comunica encuadre y acción sin necesidad de explicación oral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continuidad de mirada y posición se mantiene entre viñetas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storyboard cubre las escenas más complejas de resolver en rodaje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07  ·  STORYBOARDING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storyboard guía directamente el desglose de producción de la sesión 8: qué locaciones y recursos exige cada plano.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y Dirección de Actores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07  ·  STORYBOARDING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26364A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del avance + notas de bitácora. Insumo directo para el entregable de la Etapa 2: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 técnico completo + Storyboard (15+ viñetas) + Desglose de producción + Presupuesto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07  ·  STORYBOARDING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Desglose Colaborativo — talentos, locaciones y props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tomada hoy será más costosa de revertir en una etapa posterior del proyecto?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07  ·  STORYBOARDING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CONCEPTO A LA PANTALLA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Nada en pantalla es accidental: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todo se diseñó primero.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de 16  ·  Storyboarding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07  ·  STORYBOARDING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2026-08-11T23:31:47Z</dcterms:created>
  <dcterms:modified xsi:type="dcterms:W3CDTF">2026-08-11T23:31:47Z</dcterms:modified>
</cp:coreProperties>
</file>