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ETAPA 5: POSTPRODUCCIÓN Y ENTREGA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 · PROFE MIRANDA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94360" y="1874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E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SESIÓN 16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90827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Presentación y Entrega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640080" y="416052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4160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51560" y="41605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FINAL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4709160"/>
            <a:ext cx="74368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pública del cortometraje, documentación FADGI y envío a festivales vía FilmFreeway.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894015" y="1005840"/>
            <a:ext cx="4114800" cy="5303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26364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16</a:t>
            </a:r>
            <a:endParaRPr lang="en-US" sz="19000" dirty="0"/>
          </a:p>
        </p:txBody>
      </p:sp>
      <p:sp>
        <p:nvSpPr>
          <p:cNvPr id="11" name="Text 9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16  ·  PRESENTACIÓN Y ENTREGA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LA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Agenda — 3 horas presenciales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6868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45 min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6868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Conceptualización teórica de la etapa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5196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7200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45 min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5720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y operativa de la etapa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95528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2104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8" name="Text 16"/>
          <p:cNvSpPr/>
          <p:nvPr/>
        </p:nvSpPr>
        <p:spPr>
          <a:xfrm>
            <a:off x="832104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27532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90 min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827532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pública, documentación FADGI y envío a festivales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16  ·  PRESENTACIÓN Y ENTREGA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8229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Presentación pública del cortometraje, documentación FADGI y envío a festivales vía FilmFreeway.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4983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5 · LA PANTALLA ES EL VEREDICTO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39496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montaje, el color y el sonido son la última oportunidad de que la verdad rodada llegue al espectador.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16  ·  PRESENTACIÓN Y ENTREGA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TEÓRICA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Fundamentos de la etapa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Montaje, color, sonido y entrega final del cortometraje, documentado y enviado a festivales.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7660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766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26929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del montaje: ritmo, continuidad, emoción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41376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76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87552" y="40645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grading profesional: teoría y práctica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27660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0" y="2766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56832" y="26929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sonoro: foley, mezcla estéreo/5.1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41376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41376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656832" y="40645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Metadatos ISAN y preservación FADGI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16  ·  PRESENTACIÓN Y ENTREGA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TEÓRICO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Referentes y bibliografía de la etapa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89988"/>
            <a:ext cx="512064" cy="512064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899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196596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Donald A. Norman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31343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Psychology of Everyday Things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261518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decodifica el espectador — aplicado a montaje y gráficos claros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16  ·  PRESENTACIÓN Y ENTREGA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Y OPERATIVA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Herramientas de producción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5831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8755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de DaVinci Resolve / Premiere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9547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8755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Corrección 3-way + LUT + grado artístico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5831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65683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Créditos animados en After Effects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17920" y="39547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5683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Exportación DCP 2K y ProRes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16  ·  PRESENTACIÓN Y ENTREGA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F0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Presentación y Entrega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 · TRABAJO DIRECTO AL PROYECTO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16  ·  PRESENTACIÓN Y ENTREGA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· MECÁNICA DEL EJERCICIO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Presentación y Entrega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pública del cortometraje, documentación FADGI y envío a festivales vía FilmFreeway.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21214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Presentar públicamente el cortometraje en proyección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926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43000" y="289864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Documentar los archivos finales según la estructura FADGI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703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43000" y="367588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Completar metadatos ISAN y la bitácora de producción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48056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480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43000" y="445312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Enviar el cortometraje a FilmFreeway y seleccionar 3-5 festivales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525780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257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43000" y="523036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Redactar la reflexión escrita sobre el proceso creativo y técnico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16  ·  PRESENTACIÓN Y ENTREGA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VERIFICAR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Criterios de calidad técnica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8940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894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92024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documentación FADGI está completa y verificable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95808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9580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25880" y="278892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envío a festivales está confirmado con comprobante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382676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8267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25880" y="365760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reflexión escrita conecta decisiones técnicas con el resultado final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16  ·  PRESENTACIÓN Y ENTREGA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DEL SEMESTRE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Conexión con el cortometraje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2377440"/>
          </a:xfrm>
          <a:prstGeom prst="roundRect">
            <a:avLst>
              <a:gd name="adj" fmla="val 3077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◎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48840"/>
            <a:ext cx="944849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integral del semestre: Diseño → Preproducción → Preparación → Producción → Postproducción, en el mismo cortometraje trabajado junto con Dirección de Actores.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y Dirección de Actores trabajan sobre el MISMO cortometraje durante todo el semestre.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16  ·  PRESENTACIÓN Y ENTREGA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POR EVIDENCIAS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Entregable de la etapa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3291840"/>
          </a:xfrm>
          <a:prstGeom prst="roundRect">
            <a:avLst>
              <a:gd name="adj" fmla="val 2222"/>
            </a:avLst>
          </a:prstGeom>
          <a:solidFill>
            <a:srgbClr val="26364A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03120"/>
            <a:ext cx="94484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Cortometraje DCP 2K masterizado + Master de audio + Color grading + Gráficos y títulos + Documentación FADGI + Bitácora + Metadatos ISAN + Envío a 3-5 festivales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16  ·  PRESENTACIÓN Y ENTREGA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Antes de irnos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57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Cierre del semestre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56616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REFLEXIÓN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decisión tomada hoy será más costosa de revertir en una etapa posterior del proyecto?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16  ·  PRESENTACIÓN Y ENTREGA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600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CONCEPTO A LA PANTALLA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Nada en pantalla es accidental:</a:t>
            </a:r>
            <a:endParaRPr lang="en-US" sz="3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todo se diseñó primero.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5029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16 de 16  ·  Presentación y Entrega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16  ·  PRESENTACIÓN Y ENTREGA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2026-08-11T23:31:47Z</dcterms:created>
  <dcterms:modified xsi:type="dcterms:W3CDTF">2026-08-11T23:31:47Z</dcterms:modified>
</cp:coreProperties>
</file>