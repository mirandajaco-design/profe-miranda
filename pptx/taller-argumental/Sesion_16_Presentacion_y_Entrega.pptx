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5: POSTPRODUCCIÓN Y ENTREGA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Presentación y Entrega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pública del cortometraje, documentación FADGI y envío a festivales vía FilmFreeway.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1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pública, documentación FADGI y envío a festivales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Presentación pública del cortometraje, documentación FADGI y envío a festivales vía FilmFreeway.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· LA PANTALLA ES EL VEREDICTO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montaje, el color y el sonido son la última oportunidad de que la verdad rodada llegue al espectador.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Montaje, color, sonido y entrega final del cortometraje, documentado y enviado a festivales.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del montaje: ritmo, continuidad, emoción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grading profesional: teoría y práctica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sonoro: foley, mezcla estéreo/5.1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ISAN y preservación FADGI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Donald A. Norman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of Everyday Things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decodifica el espectador — aplicado a montaje y gráficos claros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DaVinci Resolve / Premiere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3-way + LUT + grado artístico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animados en After Effects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DCP 2K y ProRes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Presentación y Entrega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Presentación y Entrega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pública del cortometraje, documentación FADGI y envío a festivales vía FilmFreeway.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públicamente el cortometraje en proyección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los archivos finales según la estructura FADGI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metadatos ISAN y la bitácora de producción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el cortometraje a FilmFreeway y seleccionar 3-5 festivales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la reflexión escrita sobre el proceso creativo y técnico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documentación FADGI está completa y verificable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a festivales está confirmado con comprobante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reflexión escrita conecta decisiones técnicas con el resultado final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integral del semestre: Diseño → Preproducción → Preparación → Producción → Postproducción, en el mismo cortometraje trabajado junto con Dirección de Actores.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Cortometraje DCP 2K masterizado + Master de audio + Color grading + Gráficos y títulos + Documentación FADGI + Bitácora + Metadatos ISAN + Envío a 3-5 festivales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del semestre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de 16  ·  Presentación y Entrega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16  ·  PRESENTACIÓN Y ENTREGA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