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3: PREPARACIÓN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11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Pruebas Técnicas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y prueba de cámara, iluminación y audio, más un test de transferencia digital (mock ingesta).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</a:t>
            </a:r>
            <a:endParaRPr lang="en-US" sz="19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11  ·  PRUEBAS TÉCNICAS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de cámara, iluminación, audio y mock ingesta digital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11  ·  PRUEBAS TÉCNICAS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Setup y prueba de cámara, iluminación y audio, más un test de transferencia digital (mock ingesta).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ENSAYAR PARA NO IMPROVISAR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se prueba antes del rodaje es tiempo que no se pierde durante los 7 días de rodaje.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11  ·  PRUEBAS TÉCNICAS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Ensayar con actores y validar todos los protocolos técnicos antes del rodaje.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actores: técnicas y comunicación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de set: roles y responsabilidades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Continuidad: mapeo de rodaje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digital y transferencia de material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11  ·  PRUEBAS TÉCNICAS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Joseph V. Mascelli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C de la cinematografía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filmación como lenguaje preciso, no intuición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11  ·  PRUEBAS TÉCNICAS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equipos: cámara, iluminación, audio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workflow: ingesta y backup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Monitores y vectorscopios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sheets y logs de producción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11  ·  PRUEBAS TÉCNICAS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Pruebas Técnicas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11  ·  PRUEBAS TÉCNICAS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Pruebas Técnicas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y prueba de cámara, iluminación y audio, más un test de transferencia digital (mock ingesta).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el setup de cámara previsto para la escena de prueba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posiciones de iluminación y ajustar según la paleta definida en la Etapa 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una toma de audio de prueba y verificar niveles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una transferencia digital de prueba (mock ingesta) y verificar integridad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los ajustes técnicos que se repetirán en el rodaje real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11  ·  PRUEBAS TÉCNICAS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iluminación de prueba refleja la paleta visual del proyecto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audio de prueba está limpio, sin ruido de fondo evitable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mock ingesta se completó sin pérdida de archivos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11  ·  PRUEBAS TÉCNICAS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 Etapa 3. Los protocolos técnicos validados aquí son los que se ejecutan el día 1 de rodaje (Etapa 4).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11  ·  PRUEBAS TÉCNICAS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ensayo (5-10 min) + Protocolos técnicos documentados + Mapa de continuidad validado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11  ·  PRUEBAS TÉCNICAS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Cierre de Etapa 3 → Etapa 4: Producción (Rodaje)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11  ·  PRUEBAS TÉCNICAS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de 16  ·  Pruebas Técnicas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11  ·  PRUEBAS TÉCNICAS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2026-08-11T21:36:02Z</dcterms:created>
  <dcterms:modified xsi:type="dcterms:W3CDTF">2026-08-11T21:36:02Z</dcterms:modified>
</cp:coreProperties>
</file>