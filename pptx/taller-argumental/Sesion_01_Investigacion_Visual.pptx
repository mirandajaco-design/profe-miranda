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4864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0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ETAPA 1: DISEÑO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640080" y="960120"/>
            <a:ext cx="10911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DOCENTE · PROFE MIRANDA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94360" y="187452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8E3B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SESIÓN 01</a:t>
            </a:r>
            <a:endParaRPr lang="en-US" sz="5400" dirty="0"/>
          </a:p>
        </p:txBody>
      </p:sp>
      <p:sp>
        <p:nvSpPr>
          <p:cNvPr id="5" name="Text 3"/>
          <p:cNvSpPr/>
          <p:nvPr/>
        </p:nvSpPr>
        <p:spPr>
          <a:xfrm>
            <a:off x="640080" y="2788920"/>
            <a:ext cx="9082735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Investigación Visual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640080" y="4709160"/>
            <a:ext cx="743681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500" i="1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y recopilación de referencias visuales en Pinterest y Miro para construir el universo del proyecto.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94015" y="1005840"/>
            <a:ext cx="4114800" cy="5303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algn="r" indent="0" marL="0">
              <a:buNone/>
            </a:pPr>
            <a:r>
              <a:rPr lang="en-US" sz="19000" b="1" dirty="0">
                <a:solidFill>
                  <a:srgbClr val="26364A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01</a:t>
            </a:r>
            <a:endParaRPr lang="en-US" sz="1900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01  ·  INVESTIGACIÓN VISUAL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16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ESTRUCTURA DE LA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Agenda — 3 horas presenciales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03120"/>
            <a:ext cx="640080" cy="64008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</a:t>
            </a:r>
            <a:endParaRPr lang="en-US" sz="2400" dirty="0"/>
          </a:p>
        </p:txBody>
      </p:sp>
      <p:sp>
        <p:nvSpPr>
          <p:cNvPr id="7" name="Text 5"/>
          <p:cNvSpPr/>
          <p:nvPr/>
        </p:nvSpPr>
        <p:spPr>
          <a:xfrm>
            <a:off x="86868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45 min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86868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6868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Conceptualización teórica de la etapa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25196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4617720" y="2103120"/>
            <a:ext cx="640080" cy="64008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461772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</a:t>
            </a:r>
            <a:endParaRPr lang="en-US" sz="2400" dirty="0"/>
          </a:p>
        </p:txBody>
      </p:sp>
      <p:sp>
        <p:nvSpPr>
          <p:cNvPr id="13" name="Text 11"/>
          <p:cNvSpPr/>
          <p:nvPr/>
        </p:nvSpPr>
        <p:spPr>
          <a:xfrm>
            <a:off x="457200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45 min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457200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57200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y operativa de la etapa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7955280" y="1737360"/>
            <a:ext cx="3383280" cy="4114800"/>
          </a:xfrm>
          <a:prstGeom prst="roundRect">
            <a:avLst>
              <a:gd name="adj" fmla="val 2162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8321040" y="2103120"/>
            <a:ext cx="640080" cy="64008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8" name="Text 16"/>
          <p:cNvSpPr/>
          <p:nvPr/>
        </p:nvSpPr>
        <p:spPr>
          <a:xfrm>
            <a:off x="8321040" y="21031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2400" dirty="0"/>
          </a:p>
        </p:txBody>
      </p:sp>
      <p:sp>
        <p:nvSpPr>
          <p:cNvPr id="19" name="Text 17"/>
          <p:cNvSpPr/>
          <p:nvPr/>
        </p:nvSpPr>
        <p:spPr>
          <a:xfrm>
            <a:off x="8275320" y="2971800"/>
            <a:ext cx="2743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B2430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90 min</a:t>
            </a:r>
            <a:endParaRPr lang="en-US" sz="3200" dirty="0"/>
          </a:p>
        </p:txBody>
      </p:sp>
      <p:sp>
        <p:nvSpPr>
          <p:cNvPr id="20" name="Text 18"/>
          <p:cNvSpPr/>
          <p:nvPr/>
        </p:nvSpPr>
        <p:spPr>
          <a:xfrm>
            <a:off x="8275320" y="3611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150" kern="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275320" y="4069080"/>
            <a:ext cx="27432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y catalogación de referencias en Pinterest y Miro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01  ·  INVESTIGACIÓN VISUAL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16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3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822960"/>
            <a:ext cx="548640" cy="54864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8229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91640"/>
            <a:ext cx="10911535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0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Búsqueda y recopilación de referencias visuales en Pinterest y Miro para construir el universo del proyecto.</a:t>
            </a:r>
            <a:endParaRPr lang="en-US" sz="3000" dirty="0"/>
          </a:p>
        </p:txBody>
      </p:sp>
      <p:sp>
        <p:nvSpPr>
          <p:cNvPr id="5" name="Text 3"/>
          <p:cNvSpPr/>
          <p:nvPr/>
        </p:nvSpPr>
        <p:spPr>
          <a:xfrm>
            <a:off x="640080" y="498348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1 · DEL REFERENTE AL CONCEPTO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640080" y="5394960"/>
            <a:ext cx="981425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Ninguna decisión de rodaje es arbitraria: nace de referentes investigados y de un concepto visual validado.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01  ·  INVESTIGACIÓN VISUAL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16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EXPOSICIÓN TEÓRICA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Fundamentos de la etapa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investigación visual y el desarrollo de concepto como base de toda decisión posterior del cortometraje.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7660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766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87552" y="26929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Teoría de la narrativa visual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48640" y="41376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41376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987552" y="40645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películas referentes (Programa Sabio Cinéfilo)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6217920" y="276606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6217920" y="276606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6656832" y="269290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Conceptos de estética audiovisual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01  ·  INVESTIGACIÓN VISUAL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16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MARCO TEÓRICO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Referentes y bibliografía de la etapa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68680" y="2189988"/>
            <a:ext cx="512064" cy="512064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868680" y="218998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1600200" y="196596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Andrei Tarkovsky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1600200" y="231343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Esculpir en el tiempo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600200" y="261518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poética de la imagen como punto de partida del concepto visual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291840"/>
            <a:ext cx="11094415" cy="1234440"/>
          </a:xfrm>
          <a:prstGeom prst="roundRect">
            <a:avLst>
              <a:gd name="adj" fmla="val 5926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868680" y="3653028"/>
            <a:ext cx="512064" cy="512064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868680" y="3653028"/>
            <a:ext cx="512064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1600200" y="3429000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Programa Sabio Cinéfilo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00200" y="3776472"/>
            <a:ext cx="8808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Análisis de referentes fílmicos</a:t>
            </a:r>
            <a:endParaRPr lang="en-US" sz="1300" dirty="0"/>
          </a:p>
        </p:txBody>
      </p:sp>
      <p:sp>
        <p:nvSpPr>
          <p:cNvPr id="15" name="Text 13"/>
          <p:cNvSpPr/>
          <p:nvPr/>
        </p:nvSpPr>
        <p:spPr>
          <a:xfrm>
            <a:off x="1600200" y="4078224"/>
            <a:ext cx="8808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Repertorio compartido de películas para fundamentar decisiones estéticas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01  ·  INVESTIGACIÓN VISUAL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16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TÉCNICA Y OPERATIVA · 45 MIN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Herramientas de producción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25831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5" name="Text 3"/>
          <p:cNvSpPr/>
          <p:nvPr/>
        </p:nvSpPr>
        <p:spPr>
          <a:xfrm>
            <a:off x="54864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98755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 digitales: Miro, Procreate, Pinterest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39547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8" name="Text 6"/>
          <p:cNvSpPr/>
          <p:nvPr/>
        </p:nvSpPr>
        <p:spPr>
          <a:xfrm>
            <a:off x="548640" y="39547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987552" y="38816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Gestión de carpetas de concepto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6217920" y="2583180"/>
            <a:ext cx="292608" cy="292608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1" name="Text 9"/>
          <p:cNvSpPr/>
          <p:nvPr/>
        </p:nvSpPr>
        <p:spPr>
          <a:xfrm>
            <a:off x="6217920" y="258318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›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656832" y="2510028"/>
            <a:ext cx="484632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5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Captura y catalogación de referencias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01  ·  INVESTIGACIÓN VISUAL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828800"/>
            <a:ext cx="1091153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spc="300" kern="0" dirty="0">
                <a:solidFill>
                  <a:srgbClr val="F0C08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</a:t>
            </a:r>
            <a:endParaRPr lang="en-US" sz="2000" dirty="0"/>
          </a:p>
        </p:txBody>
      </p:sp>
      <p:sp>
        <p:nvSpPr>
          <p:cNvPr id="3" name="Text 1"/>
          <p:cNvSpPr/>
          <p:nvPr/>
        </p:nvSpPr>
        <p:spPr>
          <a:xfrm>
            <a:off x="640080" y="2560320"/>
            <a:ext cx="1091153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Investigación Visual</a:t>
            </a:r>
            <a:endParaRPr lang="en-US" sz="4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9115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15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90 MIN · TRABAJO DIRECTO AL PROYECTO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01  ·  INVESTIGACIÓN VISUAL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16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· MECÁNICA DEL EJERCICIO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Investigación Visual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508760"/>
            <a:ext cx="11094415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Búsqueda y recopilación de referencias visuales en Pinterest y Miro para construir el universo del proyecto.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548640" y="21488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1143000" y="212140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3-5 palabras clave del universo visual del cortometraje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92608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292608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143000" y="289864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Buscar referentes en Pinterest y organizarlos por categoría (luz, color, encuadre, textura)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370332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2" name="Text 10"/>
          <p:cNvSpPr/>
          <p:nvPr/>
        </p:nvSpPr>
        <p:spPr>
          <a:xfrm>
            <a:off x="548640" y="37033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143000" y="367588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Crear un tablero colaborativo en Miro con las referencias seleccionadas</a:t>
            </a:r>
            <a:endParaRPr lang="en-US" sz="1400" dirty="0"/>
          </a:p>
        </p:txBody>
      </p:sp>
      <p:sp>
        <p:nvSpPr>
          <p:cNvPr id="14" name="Shape 12"/>
          <p:cNvSpPr/>
          <p:nvPr/>
        </p:nvSpPr>
        <p:spPr>
          <a:xfrm>
            <a:off x="548640" y="448056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44805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143000" y="445312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Anotar en cada referencia qué elemento específico aporta al proyecto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548640" y="5257800"/>
            <a:ext cx="402336" cy="402336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8" name="Text 16"/>
          <p:cNvSpPr/>
          <p:nvPr/>
        </p:nvSpPr>
        <p:spPr>
          <a:xfrm>
            <a:off x="548640" y="5257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9" name="Text 17"/>
          <p:cNvSpPr/>
          <p:nvPr/>
        </p:nvSpPr>
        <p:spPr>
          <a:xfrm>
            <a:off x="1143000" y="5230368"/>
            <a:ext cx="10362895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15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Descartar referencias redundantes y quedarse con el núcleo más fuerte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01  ·  INVESTIGACIÓN VISUAL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16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QUÉ VERIFICAR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Criterios de calidad técnica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92024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777240" y="2089404"/>
            <a:ext cx="347472" cy="347472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20894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25880" y="192024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referencia tiene una razón de inclusión nombrable, no es solo “me gusta”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48640" y="278892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77240" y="2958084"/>
            <a:ext cx="347472" cy="347472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0" name="Text 8"/>
          <p:cNvSpPr/>
          <p:nvPr/>
        </p:nvSpPr>
        <p:spPr>
          <a:xfrm>
            <a:off x="777240" y="295808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325880" y="278892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tablero muestra un universo visual coherente, no una colección dispersa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548640" y="3657600"/>
            <a:ext cx="11094415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777240" y="3826764"/>
            <a:ext cx="347472" cy="347472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14" name="Text 12"/>
          <p:cNvSpPr/>
          <p:nvPr/>
        </p:nvSpPr>
        <p:spPr>
          <a:xfrm>
            <a:off x="777240" y="382676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325880" y="3657600"/>
            <a:ext cx="100885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14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categorías (luz, color, encuadre, textura) están representadas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01  ·  INVESTIGACIÓN VISUAL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16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CONTINUIDAD DEL SEMESTRE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Conexión con el cortometraje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2377440"/>
          </a:xfrm>
          <a:prstGeom prst="roundRect">
            <a:avLst>
              <a:gd name="adj" fmla="val 3077"/>
            </a:avLst>
          </a:prstGeom>
          <a:solidFill>
            <a:srgbClr val="F3F5F6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◎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48840"/>
            <a:ext cx="9448495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600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material recopilado hoy alimenta directamente el mood board de la sesión 2 y la paleta visual del pitch (S5).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548640" y="4572000"/>
            <a:ext cx="11094415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y Dirección de Actores trabajan sobre el MISMO cortometraje durante todo el semestre.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01  ·  INVESTIGACIÓN VISUAL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16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B2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EVALUACIÓN POR EVIDENCIAS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Entregable de la sesión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3291840"/>
          </a:xfrm>
          <a:prstGeom prst="roundRect">
            <a:avLst>
              <a:gd name="adj" fmla="val 2222"/>
            </a:avLst>
          </a:prstGeom>
          <a:solidFill>
            <a:srgbClr val="26364A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2194560"/>
            <a:ext cx="548640" cy="548640"/>
          </a:xfrm>
          <a:prstGeom prst="ellipse">
            <a:avLst/>
          </a:prstGeom>
          <a:solidFill>
            <a:srgbClr val="D98E3B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219456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B24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1645920" y="2103120"/>
            <a:ext cx="9448495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Registro del avance + notas de bitácora. Insumo directo para el entregable de la Etapa 1:</a:t>
            </a:r>
            <a:endParaRPr lang="en-US" sz="1600" dirty="0"/>
          </a:p>
          <a:p>
            <a:pPr indent="0" marL="0">
              <a:lnSpc>
                <a:spcPct val="135000"/>
              </a:lnSpc>
              <a:buNone/>
            </a:pPr>
            <a:r>
              <a:rPr lang="en-US" sz="16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Carpeta de concepto visual + Pitch video (YouTube/Vimeo privado)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01  ·  INVESTIGACIÓN VISUAL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16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3F5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11480"/>
            <a:ext cx="110944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CIERRE DE SESIÓN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48640" y="713232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Antes de irnos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548640" y="1828800"/>
            <a:ext cx="11094415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914400" y="2057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PRÓXIMA SESIÓN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914400" y="2377440"/>
            <a:ext cx="1036289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3181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Mood Board Digital — composición de paleta visual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548640" y="3566160"/>
            <a:ext cx="11094415" cy="1554480"/>
          </a:xfrm>
          <a:prstGeom prst="roundRect">
            <a:avLst>
              <a:gd name="adj" fmla="val 470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5400000">
              <a:srgbClr val="10141A">
                <a:alpha val="25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914400" y="3794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15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PREGUNTA DE REFLEXIÓN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914400" y="4114800"/>
            <a:ext cx="10362895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400" i="1" dirty="0">
                <a:solidFill>
                  <a:srgbClr val="1318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¿Qué decisión tomada hoy será más costosa de revertir en una etapa posterior del proyecto?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01  ·  INVESTIGACIÓN VISUAL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663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16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3181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2286000"/>
            <a:ext cx="109115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D98E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 CONCEPTO A LA PANTALLA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640080" y="2834640"/>
            <a:ext cx="10911535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Nada en pantalla es accidental:</a:t>
            </a:r>
            <a:endParaRPr lang="en-US" sz="34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3400" b="1" i="1" dirty="0">
                <a:solidFill>
                  <a:srgbClr val="FFFFFF"/>
                </a:solidFill>
                <a:latin typeface="Bookman Old Style" pitchFamily="34" charset="0"/>
                <a:ea typeface="Bookman Old Style" pitchFamily="34" charset="-122"/>
                <a:cs typeface="Bookman Old Style" pitchFamily="34" charset="-120"/>
              </a:rPr>
              <a:t>todo se diseñó primero.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5029200"/>
            <a:ext cx="1091153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Sesión 1 de 16  ·  Investigación Visual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6473952"/>
            <a:ext cx="107286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TALLER DE REALIZACIÓN ARGUMENTAL  ·  PROFE MIRANDA  ·  SESIÓN 01  ·  INVESTIGACIÓN VISUAL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11185855" y="6473952"/>
            <a:ext cx="548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AEB9C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16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2026-08-11T23:31:47Z</dcterms:created>
  <dcterms:modified xsi:type="dcterms:W3CDTF">2026-08-11T23:31:47Z</dcterms:modified>
</cp:coreProperties>
</file>