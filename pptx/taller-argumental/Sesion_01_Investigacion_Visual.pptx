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1: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01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Investigación Visual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recopilación de referencias visuales en Pinterest y Miro para construir el universo del proyecto.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catalogación de referencias en Pinterest y Miro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Búsqueda y recopilación de referencias visuales en Pinterest y Miro para construir el universo del proyecto.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DEL REFERENTE AL CONCEPTO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decisión de rodaje es arbitraria: nace de referentes investigados y de un concepto visual validado.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investigación visual y el desarrollo de concepto como base de toda decisión posterior del cortometraje.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narrativa visual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películas referentes (Programa Sabio Cinéfilo)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estética audiovisual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Andrei Tarkovsky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Esculpir en el tiempo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poética de la imagen como punto de partida del concepto visual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Programa Sabio Cinéfilo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referentes fílmicos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Repertorio compartido de películas para fundamentar decisiones estéticas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digitales: Miro, Procreate, Pinterest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carpetas de concepto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y catalogación de referencias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Investigación Visual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Investigación Visual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recopilación de referencias visuales en Pinterest y Miro para construir el universo del proyecto.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3-5 palabras clave del universo visual del cortometraje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referentes en Pinterest y organizarlos por categoría (luz, color, encuadre, textura)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tablero colaborativo en Miro con las referencias seleccionadas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en cada referencia qué elemento específico aporta al proyecto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referencias redundantes y quedarse con el núcleo más fuerte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referencia tiene una razón de inclusión nombrable, no es solo “me gusta”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muestra un universo visual coherente, no una colección dispersa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categorías (luz, color, encuadre, textura) están representadas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material recopilado hoy alimenta directamente el mood board de la sesión 2 y la paleta visual del pitch (S5).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1: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concepto visual + Pitch video (YouTube/Vimeo privado)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Mood Board Digital — composición de paleta visual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de 16  ·  Investigación Visual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01  ·  INVESTIGACIÓN VISUAL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2026-08-11T21:36:02Z</dcterms:created>
  <dcterms:modified xsi:type="dcterms:W3CDTF">2026-08-11T21:36:02Z</dcterms:modified>
</cp:coreProperties>
</file>