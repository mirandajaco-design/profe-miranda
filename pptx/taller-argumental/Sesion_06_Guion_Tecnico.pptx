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2: PREPRODUCCIÓN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Guion Técnico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Escritura de las primeras 3-4 escenas del guion técnico en Studiovity, con acotaciones técnicas.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06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Escritura de las primeras escenas en Studiovity con acotaciones técnicas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Escritura de las primeras 3-4 escenas del guion técnico en Studiovity, con acotaciones técnicas.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DE LA IDEA AL PLANO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escena se traduce en planos concretos, y cada plano en un recurso real de producción.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el concepto visual en guion técnico, storyboard, desglose y presupuesto ejecutables.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dramática y análisis de escenas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técnico: lenguaje audiovisual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Storyboarding: composición narrativa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Desglose de producción: flujo de trabajo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André Bazin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narración en el cine de ficción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la estructura dramática organiza la escena como unidad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 Studiovity (guion técnico)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Filemaker Pro / Excel (desglose)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Tabletas gráficas para storyboard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de industria en planning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Guion Técnico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Guion Técnico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Escritura de las primeras 3-4 escenas del guion técnico en Studiovity, con acotaciones técnicas.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las primeras 3-4 escenas del guion literario del cortometraje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Desglosar cada escena en planos con su encuadre y movimiento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cada plano en Studiovity con sus acotaciones técnicas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cada plano tiene una función narrativa clara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el guion técnico en grupo antes de pasar a storyboard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plano indica encuadre, movimiento y duración aproximada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secuencia de planos cuenta la escena sin ambigüedad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guion técnico es legible para alguien fuera del equipo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guion técnico de estas escenas es la base directa del storyboard de la sesión 7.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2: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técnico completo + Storyboard (15+ viñetas) + Desglose de producción + Presupuesto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Storyboarding — composición por ángulos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6 de 16  ·  Guion Técnico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06  ·  GUION TÉCNICO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