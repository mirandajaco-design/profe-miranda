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1: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Mood Board Digital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la paleta visual del proyecto en un mood board digital hecho en Procreate.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la paleta visual del proyecto en Procreate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Composición de la paleta visual del proyecto en un mood board digital hecho en Procreate.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DEL REFERENTE AL CONCEPTO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de rodaje es arbitraria: nace de referentes investigados y de un concepto visual validado.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visual y el desarrollo de concepto como base de toda decisión posterior del cortometraje.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narrativa visual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películas referentes (Programa Sabio Cinéfilo)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estética audiovisual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Andrei Tarkovsky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Esculpir en el 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poética de la imagen como punto de partida del concepto visual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Programa Sabio Cinéfilo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referentes fílmicos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Repertorio compartido de películas para fundamentar decisiones estéticas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digitales: Miro, Procreate, Pinterest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carpetas de concepto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catalogación de referencias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Mood Board Digital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Mood Board Digital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la paleta visual del proyecto en un mood board digital hecho en Procreate.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las referencias más fuertes del tablero de investigación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paleta de 4-6 colores dominantes del proyecto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Componer el mood board en Procreate combinando imagen y color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paleta sobre una escena clave del guion, aunque sea en boceto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retroalimentación del grupo antes de cerrar la versión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paleta se sostiene sobre fotos o escenas reales de referencia, no es arbitraria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mood board comunica tono emocional, no solo estética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paleta es aplicable a las locaciones reales disponibles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paleta definida aquí es la que se prueba y ajusta en la sesión 3 y se cierra en la sesión 4.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concepto visual + Pitch video (YouTube/Vimeo privado)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Exploración Estética — compositivas conceptuales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de 16  ·  Mood Board Digital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02  ·  MOOD BOARD DIGITAL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