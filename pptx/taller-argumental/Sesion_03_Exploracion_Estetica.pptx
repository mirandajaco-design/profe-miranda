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C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ETAPA 1: DISEÑO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18745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D98E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SESIÓN 03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90827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Exploración Estética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709160"/>
            <a:ext cx="74368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Creación de 3 a 4 compositivas conceptuales para explorar la dirección estética del cortometraje.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894015" y="1005840"/>
            <a:ext cx="4114800" cy="5303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000" b="1" dirty="0">
                <a:solidFill>
                  <a:srgbClr val="2636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190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03  ·  EXPLORACIÓN ESTÉTICA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LA SESIÓN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Agenda — 3 horas presenciales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3F5F6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03120"/>
            <a:ext cx="640080" cy="64008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45 min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6868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Conceptualización teórica de la etapa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5196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3F5F6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2103120"/>
            <a:ext cx="640080" cy="64008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7200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45 min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57200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y operativa de la etapa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95528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3F5F6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21040" y="2103120"/>
            <a:ext cx="640080" cy="64008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27532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90 min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827532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7532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Creación de compositivas conceptuales por escena clave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03  ·  EXPLORACIÓN ESTÉTICA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22960"/>
            <a:ext cx="548640" cy="54864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1153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i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Creación de 3 a 4 compositivas conceptuales para explorar la dirección estética del cortometraje.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4983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 · DEL REFERENTE AL CONCEPTO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539496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decisión de rodaje es arbitraria: nace de referentes investigados y de un concepto visual validado.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03  ·  EXPLORACIÓN ESTÉTICA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TEÓRICA · 45 MIN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Fundamentos de la etapa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investigación visual y el desarrollo de concepto como base de toda decisión posterior del cortometraje.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76606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660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87552" y="269290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de la narrativa visual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13766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1376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87552" y="406450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películas referentes (Programa Sabio Cinéfilo)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17920" y="276606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27660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56832" y="269290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de estética audiovisual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03  ·  EXPLORACIÓN ESTÉTICA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TEÓRICO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Referentes y bibliografía de la etapa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F3F5F6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89988"/>
            <a:ext cx="512064" cy="512064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899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965960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Andrei Tarkovsky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2313432"/>
            <a:ext cx="8808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Esculpir en el tiempo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00200" y="2615184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poética de la imagen como punto de partida del concepto visual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F3F5F6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3653028"/>
            <a:ext cx="512064" cy="512064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6530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00200" y="3429000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Programa Sabio Cinéfilo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00200" y="3776472"/>
            <a:ext cx="8808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referentes fílmicos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00200" y="4078224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Repertorio compartido de películas para fundamentar decisiones estéticas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03  ·  EXPLORACIÓN ESTÉTICA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Y OPERATIVA · 45 MIN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Herramientas de producción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58318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5831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87552" y="25100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digitales: Miro, Procreate, Pinterest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95478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9547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87552" y="38816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carpetas de concepto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258318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25831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56832" y="25100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y catalogación de referencias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03  ·  EXPLORACIÓN ESTÉTICA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0C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2560320"/>
            <a:ext cx="10911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Exploración Estética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 · TRABAJO DIRECTO AL PROYECTO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03  ·  EXPLORACIÓN ESTÉTICA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· MECÁNICA DEL EJERCICIO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Exploración Estética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Creación de 3 a 4 compositivas conceptuales para explorar la dirección estética del cortometraje.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402336" cy="40233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48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212140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2-3 escenas clave del cortometraje para explorar visualmente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402336" cy="40233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26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289864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3-4 compositivas conceptuales por escena (encuadre + luz + color)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703320"/>
            <a:ext cx="402336" cy="40233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03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" y="367588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Variar el tratamiento visual entre versiones (contraste, temperatura, composición)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480560"/>
            <a:ext cx="402336" cy="40233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480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445312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Confrontar cada compositiva contra la paleta y el mood board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257800"/>
            <a:ext cx="402336" cy="40233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257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43000" y="523036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Seleccionar la dirección estética más fuerte y descartar el resto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03  ·  EXPLORACIÓN ESTÉTICA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VERIFICAR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Criterios de calidad técnica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89404"/>
            <a:ext cx="347472" cy="347472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894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92024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compositiva es defendible con una razón narrativa, no solo visual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958084"/>
            <a:ext cx="347472" cy="347472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9580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278892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variantes exploradas son realmente distintas entre sí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3826764"/>
            <a:ext cx="347472" cy="347472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8267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365760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dirección elegida es ejecutable con los recursos reales del rodaje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03  ·  EXPLORACIÓN ESTÉTICA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 DEL SEMESTRE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Conexión con el cortometraje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2377440"/>
          </a:xfrm>
          <a:prstGeom prst="roundRect">
            <a:avLst>
              <a:gd name="adj" fmla="val 3077"/>
            </a:avLst>
          </a:prstGeom>
          <a:solidFill>
            <a:srgbClr val="F3F5F6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548640" cy="54864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2148840"/>
            <a:ext cx="944849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dirección estética elegida aquí se refina en la sesión 4 y se materializa en el guion técnico (S6) y el storyboard (S7).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5720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y Dirección de Actores trabajan sobre el MISMO cortometraje durante todo el semestre.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03  ·  EXPLORACIÓN ESTÉTICA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POR EVIDENCIAS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Entregable de la sesión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3291840"/>
          </a:xfrm>
          <a:prstGeom prst="roundRect">
            <a:avLst>
              <a:gd name="adj" fmla="val 2222"/>
            </a:avLst>
          </a:prstGeom>
          <a:solidFill>
            <a:srgbClr val="26364A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548640" cy="54864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2103120"/>
            <a:ext cx="944849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del avance + notas de bitácora. Insumo directo para el entregable de la Etapa 1: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Carpeta de concepto visual + Pitch video (YouTube/Vimeo privado)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03  ·  EXPLORACIÓN ESTÉTICA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SESIÓN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Antes de irnos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57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Refinamiento de Concepto — ajustes de paleta y tipografía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3566160"/>
            <a:ext cx="11094415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3794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 REFLEXIÓN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decisión tomada hoy será más costosa de revertir en una etapa posterior del proyecto?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03  ·  EXPLORACIÓN ESTÉTICA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3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CONCEPTO A LA PANTALLA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834640"/>
            <a:ext cx="109115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400" b="1" i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Nada en pantalla es accidental:</a:t>
            </a:r>
            <a:endParaRPr lang="en-US" sz="3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400" b="1" i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todo se diseñó primero.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5029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 de 16  ·  Exploración Estética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03  ·  EXPLORACIÓN ESTÉTICA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2026-08-11T21:36:02Z</dcterms:created>
  <dcterms:modified xsi:type="dcterms:W3CDTF">2026-08-11T21:36:02Z</dcterms:modified>
</cp:coreProperties>
</file>