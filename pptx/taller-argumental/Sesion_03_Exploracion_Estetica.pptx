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1: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Exploración Estética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3 a 4 compositivas conceptuales para explorar la dirección estética del cortometraje.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compositivas conceptuales por escena clave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Creación de 3 a 4 compositivas conceptuales para explorar la dirección estética del cortometraje.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DEL REFERENTE AL CONCEPTO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decisión de rodaje es arbitraria: nace de referentes investigados y de un concepto visual validado.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visual y el desarrollo de concepto como base de toda decisión posterior del cortometraje.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la narrativa visual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películas referentes (Programa Sabio Cinéfilo)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estética audiovisual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Andrei Tarkovsky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Esculpir en el tiempo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poética de la imagen como punto de partida del concepto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Programa Sabio Cinéfilo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referentes fílmicos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Repertorio compartido de películas para fundamentar decisiones estéticas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digitales: Miro, Procreate, Pinterest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carpetas de concepto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catalogación de referencias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Exploración Estética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Exploración Estética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3 a 4 compositivas conceptuales para explorar la dirección estética del cortometraje.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2-3 escenas clave del cortometraje para explorar visualmente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3-4 compositivas conceptuales por escena (encuadre + luz + color)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el tratamiento visual entre versiones (contraste, temperatura, composición)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cada compositiva contra la paleta y el mood board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la dirección estética más fuerte y descartar el resto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compositiva es defendible con una razón narrativa, no solo visual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variantes exploradas son realmente distintas entre sí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 elegida es ejecutable con los recursos reales del rodaje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 estética elegida aquí se refina en la sesión 4 y se materializa en el guion técnico (S6) y el storyboard (S7).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concepto visual + Pitch video (YouTube/Vimeo privado)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Refinamiento de Concepto — ajustes de paleta y tipografía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de 16  ·  Exploración Estética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03  ·  EXPLORACIÓN ESTÉTICA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