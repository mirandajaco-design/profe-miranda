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2: PREPRODUCCIÓN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08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Desglose Colaborativo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colaborativa de talentos, locaciones y props, registrada en planilla compartida.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08</a:t>
            </a:r>
            <a:endParaRPr lang="en-US" sz="190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08  ·  DESGLOSE COLABORATIVO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de talentos, locaciones y props en planilla compartida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08  ·  DESGLOSE COLABORATIVO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Identificación colaborativa de talentos, locaciones y props, registrada en planilla compartida.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 · DE LA IDEA AL PLANO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escena se traduce en planos concretos, y cada plano en un recurso real de producción.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08  ·  DESGLOSE COLABORATIVO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el concepto visual en guion técnico, storyboard, desglose y presupuesto ejecutables.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dramática y análisis de escenas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Guion técnico: lenguaje audiovisual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Storyboarding: composición narrativa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Desglose de producción: flujo de trabajo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08  ·  DESGLOSE COLABORATIVO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André Bazin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narración en el cine de ficción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la estructura dramática organiza la escena como unidad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08  ·  DESGLOSE COLABORATIVO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Software: Studiovity (guion técnico)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Filemaker Pro / Excel (desglose)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Tabletas gráficas para storyboard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 de industria en planning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08  ·  DESGLOSE COLABORATIVO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Desglose Colaborativo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08  ·  DESGLOSE COLABORATIVO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Desglose Colaborativo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colaborativa de talentos, locaciones y props, registrada en planilla compartida.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Recorrer escena por escena el guion técnico y el storyboard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talentos, locaciones, props y necesidades técnicas de cada escena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cada elemento en la planilla compartida (Filemaker/Excel)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los elementos críticos que aún no están confirmados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Asignar responsables para resolver los pendientes antes de la sesión 9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08  ·  DESGLOSE COLABORATIVO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planilla cubre el 100% de las escenas del guion técnico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elemento pendiente tiene un responsable y una fecha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elementos “por definir” sin plan de resolución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08  ·  DESGLOSE COLABORATIVO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desglose confirmado aquí es el insumo directo para calcular presupuesto y cronograma en la sesión 9.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08  ·  DESGLOSE COLABORATIVO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del avance + notas de bitácora. Insumo directo para el entregable de la Etapa 2: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Guion técnico completo + Storyboard (15+ viñetas) + Desglose de producción + Presupuesto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08  ·  DESGLOSE COLABORATIVO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Presupuesto y Cronograma — timeline final de rodaje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08  ·  DESGLOSE COLABORATIVO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8 de 16  ·  Desglose Colaborativo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08  ·  DESGLOSE COLABORATIVO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2026-08-11T21:36:02Z</dcterms:created>
  <dcterms:modified xsi:type="dcterms:W3CDTF">2026-08-11T21:36:02Z</dcterms:modified>
</cp:coreProperties>
</file>